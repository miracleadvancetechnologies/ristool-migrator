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65" r:id="rId5"/>
    <p:sldId id="264" r:id="rId6"/>
    <p:sldId id="266" r:id="rId7"/>
    <p:sldId id="267" r:id="rId8"/>
    <p:sldId id="268" r:id="rId9"/>
    <p:sldId id="273" r:id="rId10"/>
    <p:sldId id="274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97698A-4549-46C3-9D04-797E31A501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1821" y="426200"/>
            <a:ext cx="639813" cy="6398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57164" y="6394061"/>
            <a:ext cx="1084373" cy="304799"/>
          </a:xfrm>
        </p:spPr>
        <p:txBody>
          <a:bodyPr/>
          <a:lstStyle>
            <a:lvl1pPr>
              <a:defRPr sz="800" b="0"/>
            </a:lvl1pPr>
          </a:lstStyle>
          <a:p>
            <a:r>
              <a:rPr lang="en-US" dirty="0"/>
              <a:t>October 31,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21EC8-5792-4D2D-9A7F-12447BDFC9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1821" y="426200"/>
            <a:ext cx="639813" cy="639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059B15-614C-4990-A713-EDE712C86BC9}"/>
              </a:ext>
            </a:extLst>
          </p:cNvPr>
          <p:cNvSpPr txBox="1"/>
          <p:nvPr userDrawn="1"/>
        </p:nvSpPr>
        <p:spPr>
          <a:xfrm>
            <a:off x="532011" y="6391838"/>
            <a:ext cx="36659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accent1"/>
                </a:solidFill>
              </a:rPr>
              <a:t>Miracle Advance Technologies Co. Ltd.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E2144-4476-4BEE-BE48-C978152422FD}"/>
              </a:ext>
            </a:extLst>
          </p:cNvPr>
          <p:cNvSpPr txBox="1"/>
          <p:nvPr userDrawn="1"/>
        </p:nvSpPr>
        <p:spPr>
          <a:xfrm>
            <a:off x="4388154" y="6391189"/>
            <a:ext cx="1084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427183B-5BA2-41D1-99AB-3F945897850E}" type="slidenum">
              <a:rPr lang="en-US" sz="8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1AE7-E17F-42BD-B4C7-62F60FD641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IPF Connect/HRCT Demonstration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0122C-05B6-48ED-A184-386B6D22A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Miracle Advance Technologies co. ltd. </a:t>
            </a:r>
          </a:p>
        </p:txBody>
      </p:sp>
    </p:spTree>
    <p:extLst>
      <p:ext uri="{BB962C8B-B14F-4D97-AF65-F5344CB8AC3E}">
        <p14:creationId xmlns:p14="http://schemas.microsoft.com/office/powerpoint/2010/main" val="16714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B50E-BD48-462C-89BC-ECDD1CE4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259E4-3154-4461-861E-52B8EC3D7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9420280" cy="34163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9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3F07-D9D8-4149-BA4E-8E53F1C4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ADB51D-8DC5-4064-BEBF-643C21FC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Login</a:t>
            </a:r>
          </a:p>
          <a:p>
            <a:r>
              <a:rPr lang="en-US" dirty="0"/>
              <a:t>Own Worklist</a:t>
            </a:r>
          </a:p>
          <a:p>
            <a:r>
              <a:rPr lang="en-US" dirty="0"/>
              <a:t>Assigned Worklist</a:t>
            </a:r>
          </a:p>
          <a:p>
            <a:r>
              <a:rPr lang="en-US" dirty="0"/>
              <a:t>Assessment Value</a:t>
            </a:r>
          </a:p>
          <a:p>
            <a:r>
              <a:rPr lang="en-US" dirty="0"/>
              <a:t>Radiologist Assign</a:t>
            </a:r>
          </a:p>
          <a:p>
            <a:r>
              <a:rPr lang="en-US" dirty="0"/>
              <a:t>Interpretation Result</a:t>
            </a:r>
          </a:p>
          <a:p>
            <a:r>
              <a:rPr lang="en-US" dirty="0"/>
              <a:t>Conclusion Result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6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A824-5D92-4504-9329-E2E37B9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343A1-6DA2-4B01-9F39-5A7952D8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796038"/>
          </a:xfrm>
        </p:spPr>
        <p:txBody>
          <a:bodyPr/>
          <a:lstStyle/>
          <a:p>
            <a:r>
              <a:rPr lang="en-US" dirty="0"/>
              <a:t>Login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8" name="image20.png">
            <a:extLst>
              <a:ext uri="{FF2B5EF4-FFF2-40B4-BE49-F238E27FC236}">
                <a16:creationId xmlns:a16="http://schemas.microsoft.com/office/drawing/2014/main" id="{45B207E0-7211-4765-B511-BE7FC4394D8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81112" y="3070418"/>
            <a:ext cx="6590679" cy="272078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7620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2C41-88CF-4BED-AE35-C6883BB4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37E2BA-94E3-4150-900F-D4E44FD2B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9602070" cy="3698398"/>
          </a:xfrm>
        </p:spPr>
        <p:txBody>
          <a:bodyPr/>
          <a:lstStyle/>
          <a:p>
            <a:r>
              <a:rPr lang="en-US" dirty="0"/>
              <a:t>Upload </a:t>
            </a:r>
            <a:r>
              <a:rPr lang="en-US" dirty="0" err="1"/>
              <a:t>Dicom</a:t>
            </a:r>
            <a:r>
              <a:rPr lang="en-US" dirty="0"/>
              <a:t> image from file or folder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3996C-A463-4696-BE14-B699C1A9167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3" y="3076989"/>
            <a:ext cx="6239510" cy="3009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70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C501-739A-4F27-A2F4-57B2871A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F98C4-842C-427B-B29C-F6F9E8F2C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611770"/>
          </a:xfrm>
        </p:spPr>
        <p:txBody>
          <a:bodyPr/>
          <a:lstStyle/>
          <a:p>
            <a:r>
              <a:rPr lang="en-US" dirty="0"/>
              <a:t>Study Worklist</a:t>
            </a:r>
          </a:p>
          <a:p>
            <a:endParaRPr lang="en-US" dirty="0"/>
          </a:p>
        </p:txBody>
      </p:sp>
      <p:pic>
        <p:nvPicPr>
          <p:cNvPr id="8" name="image4.png">
            <a:extLst>
              <a:ext uri="{FF2B5EF4-FFF2-40B4-BE49-F238E27FC236}">
                <a16:creationId xmlns:a16="http://schemas.microsoft.com/office/drawing/2014/main" id="{B1BB0C66-81B3-44DE-A7BF-0509B6AB9D3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54953" y="3154016"/>
            <a:ext cx="5943600" cy="319377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911061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73D7-D0CB-45C9-8924-821587F6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7944F-BC87-44F9-B5CA-557EB5758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704536"/>
          </a:xfrm>
        </p:spPr>
        <p:txBody>
          <a:bodyPr/>
          <a:lstStyle/>
          <a:p>
            <a:r>
              <a:rPr lang="en-US" dirty="0"/>
              <a:t>Assessment Value entry</a:t>
            </a:r>
          </a:p>
          <a:p>
            <a:endParaRPr lang="en-US" dirty="0"/>
          </a:p>
        </p:txBody>
      </p:sp>
      <p:pic>
        <p:nvPicPr>
          <p:cNvPr id="7" name="image16.png">
            <a:extLst>
              <a:ext uri="{FF2B5EF4-FFF2-40B4-BE49-F238E27FC236}">
                <a16:creationId xmlns:a16="http://schemas.microsoft.com/office/drawing/2014/main" id="{EFAB0093-0CEC-4338-99AB-1C4249CF400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54953" y="3008242"/>
            <a:ext cx="5943600" cy="329979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6286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6583-DFA9-466E-95F9-99CCA048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F97C-BC32-4CBD-82D0-C9410AB05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761412" cy="3615151"/>
          </a:xfrm>
        </p:spPr>
        <p:txBody>
          <a:bodyPr/>
          <a:lstStyle/>
          <a:p>
            <a:r>
              <a:rPr lang="en-US" dirty="0"/>
              <a:t>Assign Radiologist</a:t>
            </a:r>
          </a:p>
          <a:p>
            <a:pPr lvl="1"/>
            <a:r>
              <a:rPr lang="en-US" dirty="0"/>
              <a:t>Source user or Admin user can able to assign radiologist.</a:t>
            </a:r>
          </a:p>
        </p:txBody>
      </p:sp>
      <p:pic>
        <p:nvPicPr>
          <p:cNvPr id="9" name="image2.png">
            <a:extLst>
              <a:ext uri="{FF2B5EF4-FFF2-40B4-BE49-F238E27FC236}">
                <a16:creationId xmlns:a16="http://schemas.microsoft.com/office/drawing/2014/main" id="{47647E38-2160-4307-896D-72D9D72C3B9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54953" y="3462750"/>
            <a:ext cx="5943600" cy="27559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95662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8516-8071-4E2B-B5ED-752ADF2C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4009-B0AA-4EAD-8783-91A9B6BBD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585264"/>
          </a:xfrm>
        </p:spPr>
        <p:txBody>
          <a:bodyPr/>
          <a:lstStyle/>
          <a:p>
            <a:r>
              <a:rPr lang="en-US" dirty="0"/>
              <a:t>Result entry</a:t>
            </a:r>
          </a:p>
          <a:p>
            <a:endParaRPr lang="en-US" dirty="0"/>
          </a:p>
        </p:txBody>
      </p:sp>
      <p:pic>
        <p:nvPicPr>
          <p:cNvPr id="8" name="image7.png">
            <a:extLst>
              <a:ext uri="{FF2B5EF4-FFF2-40B4-BE49-F238E27FC236}">
                <a16:creationId xmlns:a16="http://schemas.microsoft.com/office/drawing/2014/main" id="{538B5093-14FE-43C9-90E9-8D6DCAEA668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56861" y="3028383"/>
            <a:ext cx="5943600" cy="33191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49587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8516-8071-4E2B-B5ED-752ADF2C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4009-B0AA-4EAD-8783-91A9B6BBD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585264"/>
          </a:xfrm>
        </p:spPr>
        <p:txBody>
          <a:bodyPr/>
          <a:lstStyle/>
          <a:p>
            <a:r>
              <a:rPr lang="en-US" dirty="0"/>
              <a:t>Result entry</a:t>
            </a:r>
          </a:p>
          <a:p>
            <a:endParaRPr lang="en-US" dirty="0"/>
          </a:p>
        </p:txBody>
      </p:sp>
      <p:pic>
        <p:nvPicPr>
          <p:cNvPr id="7" name="image12.png">
            <a:extLst>
              <a:ext uri="{FF2B5EF4-FFF2-40B4-BE49-F238E27FC236}">
                <a16:creationId xmlns:a16="http://schemas.microsoft.com/office/drawing/2014/main" id="{7D140CF8-44CE-4C86-8F37-841C965E511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54953" y="3119492"/>
            <a:ext cx="5943600" cy="32429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7655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A114-CFC4-49D0-AA2A-0056B588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A729-A307-427C-B278-32C632530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513045" cy="3416300"/>
          </a:xfrm>
        </p:spPr>
        <p:txBody>
          <a:bodyPr/>
          <a:lstStyle/>
          <a:p>
            <a:r>
              <a:rPr lang="en-US" dirty="0"/>
              <a:t>Thank you everyone for your time.</a:t>
            </a:r>
          </a:p>
        </p:txBody>
      </p:sp>
    </p:spTree>
    <p:extLst>
      <p:ext uri="{BB962C8B-B14F-4D97-AF65-F5344CB8AC3E}">
        <p14:creationId xmlns:p14="http://schemas.microsoft.com/office/powerpoint/2010/main" val="3712884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73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IPF Connect/HRCT Demonstration</vt:lpstr>
      <vt:lpstr>Introduction</vt:lpstr>
      <vt:lpstr>Features</vt:lpstr>
      <vt:lpstr>Present</vt:lpstr>
      <vt:lpstr>Present</vt:lpstr>
      <vt:lpstr>Present</vt:lpstr>
      <vt:lpstr>Present</vt:lpstr>
      <vt:lpstr>Present</vt:lpstr>
      <vt:lpstr>Present</vt:lpstr>
      <vt:lpstr>Present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on Demand App</dc:title>
  <dc:creator>Mostafa Chowdhury</dc:creator>
  <cp:lastModifiedBy>Md. Emdadul Haque</cp:lastModifiedBy>
  <cp:revision>34</cp:revision>
  <dcterms:created xsi:type="dcterms:W3CDTF">2018-10-31T06:18:45Z</dcterms:created>
  <dcterms:modified xsi:type="dcterms:W3CDTF">2020-01-16T12:36:41Z</dcterms:modified>
</cp:coreProperties>
</file>