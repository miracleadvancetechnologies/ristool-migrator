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6" r:id="rId3"/>
    <p:sldId id="260" r:id="rId4"/>
    <p:sldId id="261" r:id="rId5"/>
    <p:sldId id="262" r:id="rId6"/>
    <p:sldId id="265" r:id="rId7"/>
    <p:sldId id="264" r:id="rId8"/>
    <p:sldId id="266" r:id="rId9"/>
    <p:sldId id="267" r:id="rId10"/>
    <p:sldId id="268" r:id="rId11"/>
    <p:sldId id="273" r:id="rId12"/>
    <p:sldId id="274" r:id="rId13"/>
    <p:sldId id="269" r:id="rId14"/>
    <p:sldId id="270" r:id="rId15"/>
    <p:sldId id="272" r:id="rId16"/>
    <p:sldId id="263"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6" autoAdjust="0"/>
    <p:restoredTop sz="94660"/>
  </p:normalViewPr>
  <p:slideViewPr>
    <p:cSldViewPr snapToGrid="0">
      <p:cViewPr varScale="1">
        <p:scale>
          <a:sx n="67" d="100"/>
          <a:sy n="67" d="100"/>
        </p:scale>
        <p:origin x="10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1E700B27-DE4C-4B9E-BB11-B9027034A00F}" type="datetimeFigureOut">
              <a:rPr lang="en-US" dirty="0"/>
              <a:pPr/>
              <a:t>27-Dec-18</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r>
              <a:rPr lang="en-US" dirty="0"/>
              <a:t>
              </a:t>
            </a:r>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dirty="0"/>
          </a:p>
        </p:txBody>
      </p:sp>
      <p:pic>
        <p:nvPicPr>
          <p:cNvPr id="17" name="Picture 16">
            <a:extLst>
              <a:ext uri="{FF2B5EF4-FFF2-40B4-BE49-F238E27FC236}">
                <a16:creationId xmlns:a16="http://schemas.microsoft.com/office/drawing/2014/main" id="{EB97698A-4549-46C3-9D04-797E31A501B4}"/>
              </a:ext>
            </a:extLst>
          </p:cNvPr>
          <p:cNvPicPr>
            <a:picLocks noChangeAspect="1"/>
          </p:cNvPicPr>
          <p:nvPr userDrawn="1"/>
        </p:nvPicPr>
        <p:blipFill>
          <a:blip r:embed="rId3"/>
          <a:stretch>
            <a:fillRect/>
          </a:stretch>
        </p:blipFill>
        <p:spPr>
          <a:xfrm>
            <a:off x="10461821" y="426200"/>
            <a:ext cx="639813" cy="63981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557164" y="6394061"/>
            <a:ext cx="1084373" cy="304799"/>
          </a:xfrm>
        </p:spPr>
        <p:txBody>
          <a:bodyPr/>
          <a:lstStyle>
            <a:lvl1pPr>
              <a:defRPr sz="800" b="0"/>
            </a:lvl1pPr>
          </a:lstStyle>
          <a:p>
            <a:r>
              <a:rPr lang="en-US" dirty="0"/>
              <a:t>October 31, 2018</a:t>
            </a: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pic>
        <p:nvPicPr>
          <p:cNvPr id="7" name="Picture 6">
            <a:extLst>
              <a:ext uri="{FF2B5EF4-FFF2-40B4-BE49-F238E27FC236}">
                <a16:creationId xmlns:a16="http://schemas.microsoft.com/office/drawing/2014/main" id="{78A21EC8-5792-4D2D-9A7F-12447BDFC940}"/>
              </a:ext>
            </a:extLst>
          </p:cNvPr>
          <p:cNvPicPr>
            <a:picLocks noChangeAspect="1"/>
          </p:cNvPicPr>
          <p:nvPr userDrawn="1"/>
        </p:nvPicPr>
        <p:blipFill>
          <a:blip r:embed="rId2"/>
          <a:stretch>
            <a:fillRect/>
          </a:stretch>
        </p:blipFill>
        <p:spPr>
          <a:xfrm>
            <a:off x="10461821" y="426200"/>
            <a:ext cx="639813" cy="639813"/>
          </a:xfrm>
          <a:prstGeom prst="rect">
            <a:avLst/>
          </a:prstGeom>
        </p:spPr>
      </p:pic>
      <p:sp>
        <p:nvSpPr>
          <p:cNvPr id="8" name="TextBox 7">
            <a:extLst>
              <a:ext uri="{FF2B5EF4-FFF2-40B4-BE49-F238E27FC236}">
                <a16:creationId xmlns:a16="http://schemas.microsoft.com/office/drawing/2014/main" id="{5D059B15-614C-4990-A713-EDE712C86BC9}"/>
              </a:ext>
            </a:extLst>
          </p:cNvPr>
          <p:cNvSpPr txBox="1"/>
          <p:nvPr userDrawn="1"/>
        </p:nvSpPr>
        <p:spPr>
          <a:xfrm>
            <a:off x="532011" y="6391838"/>
            <a:ext cx="3665913" cy="215444"/>
          </a:xfrm>
          <a:prstGeom prst="rect">
            <a:avLst/>
          </a:prstGeom>
          <a:noFill/>
        </p:spPr>
        <p:txBody>
          <a:bodyPr wrap="square" rtlCol="0">
            <a:spAutoFit/>
          </a:bodyPr>
          <a:lstStyle/>
          <a:p>
            <a:pPr algn="l"/>
            <a:r>
              <a:rPr lang="en-US" sz="800" dirty="0">
                <a:solidFill>
                  <a:schemeClr val="accent1"/>
                </a:solidFill>
              </a:rPr>
              <a:t>Miracle Advance Technologies Co. Ltd. </a:t>
            </a:r>
          </a:p>
        </p:txBody>
      </p:sp>
      <p:sp>
        <p:nvSpPr>
          <p:cNvPr id="9" name="TextBox 8">
            <a:extLst>
              <a:ext uri="{FF2B5EF4-FFF2-40B4-BE49-F238E27FC236}">
                <a16:creationId xmlns:a16="http://schemas.microsoft.com/office/drawing/2014/main" id="{925E2144-4476-4BEE-BE48-C978152422FD}"/>
              </a:ext>
            </a:extLst>
          </p:cNvPr>
          <p:cNvSpPr txBox="1"/>
          <p:nvPr userDrawn="1"/>
        </p:nvSpPr>
        <p:spPr>
          <a:xfrm>
            <a:off x="4388154" y="6391189"/>
            <a:ext cx="1084374" cy="215444"/>
          </a:xfrm>
          <a:prstGeom prst="rect">
            <a:avLst/>
          </a:prstGeom>
          <a:noFill/>
        </p:spPr>
        <p:txBody>
          <a:bodyPr wrap="square" rtlCol="0">
            <a:spAutoFit/>
          </a:bodyPr>
          <a:lstStyle/>
          <a:p>
            <a:pPr algn="ctr"/>
            <a:fld id="{E427183B-5BA2-41D1-99AB-3F945897850E}" type="slidenum">
              <a:rPr lang="en-US" sz="800" smtClean="0">
                <a:solidFill>
                  <a:schemeClr val="accent1"/>
                </a:solidFill>
              </a:rPr>
              <a:pPr algn="ctr"/>
              <a:t>‹#›</a:t>
            </a:fld>
            <a:endParaRPr lang="en-US" sz="800" dirty="0">
              <a:solidFill>
                <a:schemeClr val="accent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AAA073D-A903-47F8-8D16-77642FB0DF1F}" type="datetimeFigureOut">
              <a:rPr lang="en-US" dirty="0"/>
              <a:t>27-Dec-18</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dirty="0"/>
              <a:t>27-Dec-18</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dirty="0"/>
              <a:t>27-Dec-18</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dirty="0"/>
              <a:t>27-Dec-18</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dirty="0"/>
              <a:t>27-Dec-18</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E665CEB-0076-4E37-B880-BCEA9784DE0A}" type="datetimeFigureOut">
              <a:rPr lang="en-US" dirty="0"/>
              <a:t>27-Dec-18</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6149E5E-3896-4118-99A7-7B85668F1C5E}" type="datetimeFigureOut">
              <a:rPr lang="en-US" dirty="0"/>
              <a:t>27-Dec-18</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40F4739-9812-4A9F-890D-2AD6BA5F6EE8}" type="datetimeFigureOut">
              <a:rPr lang="en-US" dirty="0"/>
              <a:t>27-Dec-18</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18845AC5-A3F8-44AA-BA8F-596CDCC976D3}" type="datetimeFigureOut">
              <a:rPr lang="en-US" dirty="0"/>
              <a:t>27-Dec-18</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873B183-A821-4095-A363-9EC968635539}" type="datetimeFigureOut">
              <a:rPr lang="en-US" dirty="0"/>
              <a:t>27-Dec-18</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74D01B4-0AA5-45E6-B2E6-5FA4078AEBCF}" type="datetimeFigureOut">
              <a:rPr lang="en-US" dirty="0"/>
              <a:t>27-Dec-18</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147335C-0450-40D7-8612-B3203BED4F28}" type="datetimeFigureOut">
              <a:rPr lang="en-US" dirty="0"/>
              <a:t>27-Dec-18</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46A105-2A1C-4284-B4EA-07CF89B1A393}" type="datetimeFigureOut">
              <a:rPr lang="en-US" dirty="0"/>
              <a:t>27-Dec-18</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dirty="0"/>
              <a:t>27-Dec-18</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dirty="0"/>
              <a:t>27-Dec-18</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7E0D914D-B099-4142-A885-11F276715148}" type="datetimeFigureOut">
              <a:rPr lang="en-US" dirty="0"/>
              <a:t>27-Dec-18</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r>
              <a:rPr lang="en-US" dirty="0"/>
              <a:t>
              </a:t>
            </a:r>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203.83.188.246:8087/#/"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31AE7-E17F-42BD-B4C7-62F60FD641EF}"/>
              </a:ext>
            </a:extLst>
          </p:cNvPr>
          <p:cNvSpPr>
            <a:spLocks noGrp="1"/>
          </p:cNvSpPr>
          <p:nvPr>
            <p:ph type="ctrTitle"/>
          </p:nvPr>
        </p:nvSpPr>
        <p:spPr/>
        <p:txBody>
          <a:bodyPr anchor="t"/>
          <a:lstStyle/>
          <a:p>
            <a:r>
              <a:rPr lang="en-US" dirty="0"/>
              <a:t>PetMatrix - Web Application</a:t>
            </a:r>
          </a:p>
        </p:txBody>
      </p:sp>
      <p:sp>
        <p:nvSpPr>
          <p:cNvPr id="3" name="Subtitle 2">
            <a:extLst>
              <a:ext uri="{FF2B5EF4-FFF2-40B4-BE49-F238E27FC236}">
                <a16:creationId xmlns:a16="http://schemas.microsoft.com/office/drawing/2014/main" id="{3450122C-05B6-48ED-A184-386B6D22AEAB}"/>
              </a:ext>
            </a:extLst>
          </p:cNvPr>
          <p:cNvSpPr>
            <a:spLocks noGrp="1"/>
          </p:cNvSpPr>
          <p:nvPr>
            <p:ph type="subTitle" idx="1"/>
          </p:nvPr>
        </p:nvSpPr>
        <p:spPr/>
        <p:txBody>
          <a:bodyPr/>
          <a:lstStyle/>
          <a:p>
            <a:r>
              <a:rPr lang="en-US" dirty="0"/>
              <a:t>Miracle Advance Technologies co. ltd. </a:t>
            </a:r>
          </a:p>
        </p:txBody>
      </p:sp>
    </p:spTree>
    <p:extLst>
      <p:ext uri="{BB962C8B-B14F-4D97-AF65-F5344CB8AC3E}">
        <p14:creationId xmlns:p14="http://schemas.microsoft.com/office/powerpoint/2010/main" val="167141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31AE7-E17F-42BD-B4C7-62F60FD641EF}"/>
              </a:ext>
            </a:extLst>
          </p:cNvPr>
          <p:cNvSpPr>
            <a:spLocks noGrp="1"/>
          </p:cNvSpPr>
          <p:nvPr>
            <p:ph type="ctrTitle"/>
          </p:nvPr>
        </p:nvSpPr>
        <p:spPr>
          <a:xfrm>
            <a:off x="1154955" y="1114424"/>
            <a:ext cx="9289208" cy="4614863"/>
          </a:xfrm>
        </p:spPr>
        <p:txBody>
          <a:bodyPr anchor="t"/>
          <a:lstStyle/>
          <a:p>
            <a:r>
              <a:rPr lang="en-US" sz="2000" i="1" dirty="0"/>
              <a:t>Good afternoon and welcome to PetMatrix web application.</a:t>
            </a:r>
            <a:br>
              <a:rPr lang="en-US" sz="2000" dirty="0"/>
            </a:br>
            <a:r>
              <a:rPr lang="en-US" sz="2000" i="1" dirty="0"/>
              <a:t>Thank you all very much for coming today.</a:t>
            </a:r>
            <a:br>
              <a:rPr lang="en-US" sz="2000" i="1" dirty="0"/>
            </a:br>
            <a:r>
              <a:rPr lang="en-US" sz="2000" dirty="0"/>
              <a:t>Happy new year 2019 in advance.</a:t>
            </a:r>
            <a:br>
              <a:rPr lang="en-US" sz="2000" dirty="0"/>
            </a:br>
            <a:r>
              <a:rPr lang="en-US" sz="2000" dirty="0"/>
              <a:t>This is Surajit Sarkar. I’m presenting on behalf of </a:t>
            </a:r>
            <a:r>
              <a:rPr lang="en-US" sz="2000" i="1" dirty="0"/>
              <a:t>PetMatrix</a:t>
            </a:r>
            <a:r>
              <a:rPr lang="en-US" sz="2000" dirty="0"/>
              <a:t> development team.</a:t>
            </a:r>
            <a:br>
              <a:rPr lang="en-US" sz="2000" dirty="0"/>
            </a:br>
            <a:r>
              <a:rPr lang="en-US" sz="2000" dirty="0"/>
              <a:t>The purpose of today’s presentation to show </a:t>
            </a:r>
            <a:r>
              <a:rPr lang="en-US" sz="2000" i="1" dirty="0"/>
              <a:t>PetMatrix</a:t>
            </a:r>
            <a:r>
              <a:rPr lang="en-US" sz="2000" dirty="0"/>
              <a:t> application</a:t>
            </a:r>
            <a:br>
              <a:rPr lang="en-US" sz="2000" dirty="0"/>
            </a:br>
            <a:br>
              <a:rPr lang="en-US" sz="2000" dirty="0"/>
            </a:br>
            <a:br>
              <a:rPr lang="en-US" sz="2000" dirty="0"/>
            </a:br>
            <a:r>
              <a:rPr lang="en-US" sz="2000" dirty="0"/>
              <a:t>Prepared by</a:t>
            </a:r>
            <a:br>
              <a:rPr lang="en-US" sz="2000" dirty="0"/>
            </a:br>
            <a:r>
              <a:rPr lang="en-US" sz="2000" dirty="0"/>
              <a:t>Md Emdadul Haque, Sr Software Engineer (Team Lead)</a:t>
            </a:r>
            <a:br>
              <a:rPr lang="en-US" sz="2000" dirty="0"/>
            </a:br>
            <a:r>
              <a:rPr lang="en-US" sz="2000" dirty="0"/>
              <a:t>Md Golam Rabbi, Sr. Software Engineer</a:t>
            </a:r>
            <a:br>
              <a:rPr lang="en-US" sz="2000" dirty="0"/>
            </a:br>
            <a:r>
              <a:rPr lang="en-US" sz="2000" dirty="0" err="1"/>
              <a:t>Bipon</a:t>
            </a:r>
            <a:r>
              <a:rPr lang="en-US" sz="2000" dirty="0"/>
              <a:t> Biswas , UX/UI Engineer</a:t>
            </a:r>
          </a:p>
        </p:txBody>
      </p:sp>
    </p:spTree>
    <p:extLst>
      <p:ext uri="{BB962C8B-B14F-4D97-AF65-F5344CB8AC3E}">
        <p14:creationId xmlns:p14="http://schemas.microsoft.com/office/powerpoint/2010/main" val="2267507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CB50E-BD48-462C-89BC-ECDD1CE48FB2}"/>
              </a:ext>
            </a:extLst>
          </p:cNvPr>
          <p:cNvSpPr>
            <a:spLocks noGrp="1"/>
          </p:cNvSpPr>
          <p:nvPr>
            <p:ph type="title"/>
          </p:nvPr>
        </p:nvSpPr>
        <p:spPr>
          <a:xfrm>
            <a:off x="1154953" y="973668"/>
            <a:ext cx="8761413" cy="706964"/>
          </a:xfrm>
        </p:spPr>
        <p:txBody>
          <a:bodyPr>
            <a:normAutofit/>
          </a:bodyPr>
          <a:lstStyle/>
          <a:p>
            <a:r>
              <a:rPr lang="en-US" dirty="0"/>
              <a:t>Introduction</a:t>
            </a:r>
          </a:p>
        </p:txBody>
      </p:sp>
      <p:sp>
        <p:nvSpPr>
          <p:cNvPr id="6" name="Content Placeholder 5">
            <a:extLst>
              <a:ext uri="{FF2B5EF4-FFF2-40B4-BE49-F238E27FC236}">
                <a16:creationId xmlns:a16="http://schemas.microsoft.com/office/drawing/2014/main" id="{629259E4-3154-4461-861E-52B8EC3D78F0}"/>
              </a:ext>
            </a:extLst>
          </p:cNvPr>
          <p:cNvSpPr>
            <a:spLocks noGrp="1"/>
          </p:cNvSpPr>
          <p:nvPr>
            <p:ph idx="1"/>
          </p:nvPr>
        </p:nvSpPr>
        <p:spPr>
          <a:xfrm>
            <a:off x="1154955" y="2603500"/>
            <a:ext cx="9420280" cy="3416300"/>
          </a:xfrm>
        </p:spPr>
        <p:txBody>
          <a:bodyPr>
            <a:normAutofit fontScale="92500" lnSpcReduction="10000"/>
          </a:bodyPr>
          <a:lstStyle/>
          <a:p>
            <a:pPr algn="just" fontAlgn="base"/>
            <a:r>
              <a:rPr lang="en-US" sz="2200" b="1" dirty="0"/>
              <a:t>PetMatrix Web Application: </a:t>
            </a:r>
            <a:r>
              <a:rPr lang="en-US" sz="2200" dirty="0"/>
              <a:t>PetMatrix</a:t>
            </a:r>
            <a:r>
              <a:rPr lang="en-US" sz="2200" b="1" dirty="0"/>
              <a:t> </a:t>
            </a:r>
            <a:r>
              <a:rPr lang="en-US" sz="2200" dirty="0"/>
              <a:t>is a cloud-based veterinary practice management software, making life at the practice easier through the enhancement of client and care processes. </a:t>
            </a:r>
          </a:p>
          <a:p>
            <a:pPr algn="just" fontAlgn="base"/>
            <a:r>
              <a:rPr lang="en-US" sz="2200" dirty="0"/>
              <a:t>Our intuitive system is at the forefront of practice management technology.  PetMatrix helps vets in all sectors of the veterinary profession including hundreds of first opinion practices, farm and equine vets as well as large referral and university hospitals. </a:t>
            </a:r>
          </a:p>
          <a:p>
            <a:pPr algn="just" fontAlgn="base"/>
            <a:r>
              <a:rPr lang="en-US" sz="2200" dirty="0"/>
              <a:t>Specific areas of application include scheduling of appointments, registration of cases including client and patient data, case history and electronic medical records, health care reports, reminders, inventory controls, reports and accounting.</a:t>
            </a:r>
          </a:p>
          <a:p>
            <a:endParaRPr lang="en-US" sz="2400" dirty="0"/>
          </a:p>
          <a:p>
            <a:endParaRPr lang="en-US" dirty="0"/>
          </a:p>
          <a:p>
            <a:endParaRPr lang="en-US" dirty="0"/>
          </a:p>
        </p:txBody>
      </p:sp>
    </p:spTree>
    <p:extLst>
      <p:ext uri="{BB962C8B-B14F-4D97-AF65-F5344CB8AC3E}">
        <p14:creationId xmlns:p14="http://schemas.microsoft.com/office/powerpoint/2010/main" val="3673099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03F07-D9D8-4149-BA4E-8E53F1C4C1A4}"/>
              </a:ext>
            </a:extLst>
          </p:cNvPr>
          <p:cNvSpPr>
            <a:spLocks noGrp="1"/>
          </p:cNvSpPr>
          <p:nvPr>
            <p:ph type="title"/>
          </p:nvPr>
        </p:nvSpPr>
        <p:spPr/>
        <p:txBody>
          <a:bodyPr/>
          <a:lstStyle/>
          <a:p>
            <a:r>
              <a:rPr lang="en-US" dirty="0"/>
              <a:t>Features</a:t>
            </a:r>
          </a:p>
        </p:txBody>
      </p:sp>
      <p:sp>
        <p:nvSpPr>
          <p:cNvPr id="5" name="Content Placeholder 4">
            <a:extLst>
              <a:ext uri="{FF2B5EF4-FFF2-40B4-BE49-F238E27FC236}">
                <a16:creationId xmlns:a16="http://schemas.microsoft.com/office/drawing/2014/main" id="{29ADB51D-8DC5-4064-BEBF-643C21FCC0F1}"/>
              </a:ext>
            </a:extLst>
          </p:cNvPr>
          <p:cNvSpPr>
            <a:spLocks noGrp="1"/>
          </p:cNvSpPr>
          <p:nvPr>
            <p:ph idx="1"/>
          </p:nvPr>
        </p:nvSpPr>
        <p:spPr/>
        <p:txBody>
          <a:bodyPr/>
          <a:lstStyle/>
          <a:p>
            <a:r>
              <a:rPr lang="en-US" dirty="0"/>
              <a:t>Registration (Client and Patient)</a:t>
            </a:r>
          </a:p>
          <a:p>
            <a:r>
              <a:rPr lang="en-US" dirty="0"/>
              <a:t>Patient Arrival</a:t>
            </a:r>
          </a:p>
          <a:p>
            <a:r>
              <a:rPr lang="en-US" dirty="0"/>
              <a:t>Worklist</a:t>
            </a:r>
          </a:p>
          <a:p>
            <a:r>
              <a:rPr lang="en-US" dirty="0"/>
              <a:t>Consultation</a:t>
            </a:r>
          </a:p>
          <a:p>
            <a:r>
              <a:rPr lang="en-US" dirty="0"/>
              <a:t>Advance Payment</a:t>
            </a:r>
          </a:p>
          <a:p>
            <a:r>
              <a:rPr lang="en-US" dirty="0"/>
              <a:t>Invoice</a:t>
            </a:r>
          </a:p>
          <a:p>
            <a:r>
              <a:rPr lang="en-US" dirty="0"/>
              <a:t>Reports</a:t>
            </a:r>
          </a:p>
        </p:txBody>
      </p:sp>
    </p:spTree>
    <p:extLst>
      <p:ext uri="{BB962C8B-B14F-4D97-AF65-F5344CB8AC3E}">
        <p14:creationId xmlns:p14="http://schemas.microsoft.com/office/powerpoint/2010/main" val="1910164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9A824-5D92-4504-9329-E2E37B9BDF02}"/>
              </a:ext>
            </a:extLst>
          </p:cNvPr>
          <p:cNvSpPr>
            <a:spLocks noGrp="1"/>
          </p:cNvSpPr>
          <p:nvPr>
            <p:ph type="title"/>
          </p:nvPr>
        </p:nvSpPr>
        <p:spPr/>
        <p:txBody>
          <a:bodyPr/>
          <a:lstStyle/>
          <a:p>
            <a:r>
              <a:rPr lang="en-US" dirty="0"/>
              <a:t>Technology</a:t>
            </a:r>
          </a:p>
        </p:txBody>
      </p:sp>
      <p:sp>
        <p:nvSpPr>
          <p:cNvPr id="4" name="Content Placeholder 3">
            <a:extLst>
              <a:ext uri="{FF2B5EF4-FFF2-40B4-BE49-F238E27FC236}">
                <a16:creationId xmlns:a16="http://schemas.microsoft.com/office/drawing/2014/main" id="{142DC390-CE0E-41B5-B364-867918CB12F5}"/>
              </a:ext>
            </a:extLst>
          </p:cNvPr>
          <p:cNvSpPr>
            <a:spLocks noGrp="1"/>
          </p:cNvSpPr>
          <p:nvPr>
            <p:ph idx="1"/>
          </p:nvPr>
        </p:nvSpPr>
        <p:spPr/>
        <p:txBody>
          <a:bodyPr/>
          <a:lstStyle/>
          <a:p>
            <a:r>
              <a:rPr lang="en-US" dirty="0"/>
              <a:t>Angular 6 and </a:t>
            </a:r>
            <a:r>
              <a:rPr lang="en-US" dirty="0" err="1"/>
              <a:t>primeng</a:t>
            </a:r>
            <a:r>
              <a:rPr lang="en-US" dirty="0"/>
              <a:t> controls are used for client side application</a:t>
            </a:r>
          </a:p>
          <a:p>
            <a:r>
              <a:rPr lang="en-US" dirty="0" err="1"/>
              <a:t>Asp.Net</a:t>
            </a:r>
            <a:r>
              <a:rPr lang="en-US" dirty="0"/>
              <a:t> Core, C#, Web </a:t>
            </a:r>
            <a:r>
              <a:rPr lang="en-US" dirty="0" err="1"/>
              <a:t>Api</a:t>
            </a:r>
            <a:r>
              <a:rPr lang="en-US" dirty="0"/>
              <a:t> core 2.0 and Entity Framework Core are used for server side</a:t>
            </a:r>
          </a:p>
          <a:p>
            <a:r>
              <a:rPr lang="en-US" dirty="0"/>
              <a:t>SQL Server 2016 for Database</a:t>
            </a:r>
          </a:p>
          <a:p>
            <a:r>
              <a:rPr lang="en-US" dirty="0"/>
              <a:t>SQL Server Reporting Service is used for Reports</a:t>
            </a:r>
          </a:p>
        </p:txBody>
      </p:sp>
    </p:spTree>
    <p:extLst>
      <p:ext uri="{BB962C8B-B14F-4D97-AF65-F5344CB8AC3E}">
        <p14:creationId xmlns:p14="http://schemas.microsoft.com/office/powerpoint/2010/main" val="2574315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9A824-5D92-4504-9329-E2E37B9BDF02}"/>
              </a:ext>
            </a:extLst>
          </p:cNvPr>
          <p:cNvSpPr>
            <a:spLocks noGrp="1"/>
          </p:cNvSpPr>
          <p:nvPr>
            <p:ph type="title"/>
          </p:nvPr>
        </p:nvSpPr>
        <p:spPr/>
        <p:txBody>
          <a:bodyPr/>
          <a:lstStyle/>
          <a:p>
            <a:r>
              <a:rPr lang="en-US" dirty="0"/>
              <a:t>Present</a:t>
            </a:r>
          </a:p>
        </p:txBody>
      </p:sp>
      <p:sp>
        <p:nvSpPr>
          <p:cNvPr id="4" name="Content Placeholder 3">
            <a:extLst>
              <a:ext uri="{FF2B5EF4-FFF2-40B4-BE49-F238E27FC236}">
                <a16:creationId xmlns:a16="http://schemas.microsoft.com/office/drawing/2014/main" id="{A6F343A1-6DA2-4B01-9F39-5A7952D8500F}"/>
              </a:ext>
            </a:extLst>
          </p:cNvPr>
          <p:cNvSpPr>
            <a:spLocks noGrp="1"/>
          </p:cNvSpPr>
          <p:nvPr>
            <p:ph idx="1"/>
          </p:nvPr>
        </p:nvSpPr>
        <p:spPr>
          <a:xfrm>
            <a:off x="1154955" y="2603500"/>
            <a:ext cx="8761412" cy="3796038"/>
          </a:xfrm>
        </p:spPr>
        <p:txBody>
          <a:bodyPr/>
          <a:lstStyle/>
          <a:p>
            <a:r>
              <a:rPr lang="en-US" dirty="0"/>
              <a:t>Worklist</a:t>
            </a:r>
          </a:p>
          <a:p>
            <a:pPr lvl="1"/>
            <a:r>
              <a:rPr lang="en-US" dirty="0"/>
              <a:t>After successful login, user or doctor can able to see hi/her work list</a:t>
            </a:r>
          </a:p>
          <a:p>
            <a:pPr lvl="1"/>
            <a:endParaRPr lang="en-US" dirty="0"/>
          </a:p>
          <a:p>
            <a:pPr lvl="1"/>
            <a:endParaRPr lang="en-US" dirty="0"/>
          </a:p>
        </p:txBody>
      </p:sp>
      <p:pic>
        <p:nvPicPr>
          <p:cNvPr id="7" name="Picture 6">
            <a:extLst>
              <a:ext uri="{FF2B5EF4-FFF2-40B4-BE49-F238E27FC236}">
                <a16:creationId xmlns:a16="http://schemas.microsoft.com/office/drawing/2014/main" id="{DEDAC6C3-5B1E-4538-9BFB-F4909D8CD728}"/>
              </a:ext>
            </a:extLst>
          </p:cNvPr>
          <p:cNvPicPr>
            <a:picLocks noChangeAspect="1"/>
          </p:cNvPicPr>
          <p:nvPr/>
        </p:nvPicPr>
        <p:blipFill>
          <a:blip r:embed="rId2"/>
          <a:stretch>
            <a:fillRect/>
          </a:stretch>
        </p:blipFill>
        <p:spPr>
          <a:xfrm>
            <a:off x="1685041" y="3332369"/>
            <a:ext cx="5775933" cy="3094621"/>
          </a:xfrm>
          <a:prstGeom prst="rect">
            <a:avLst/>
          </a:prstGeom>
        </p:spPr>
      </p:pic>
    </p:spTree>
    <p:extLst>
      <p:ext uri="{BB962C8B-B14F-4D97-AF65-F5344CB8AC3E}">
        <p14:creationId xmlns:p14="http://schemas.microsoft.com/office/powerpoint/2010/main" val="2976200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A2C41-88CF-4BED-AE35-C6883BB4629B}"/>
              </a:ext>
            </a:extLst>
          </p:cNvPr>
          <p:cNvSpPr>
            <a:spLocks noGrp="1"/>
          </p:cNvSpPr>
          <p:nvPr>
            <p:ph type="title"/>
          </p:nvPr>
        </p:nvSpPr>
        <p:spPr/>
        <p:txBody>
          <a:bodyPr/>
          <a:lstStyle/>
          <a:p>
            <a:r>
              <a:rPr lang="en-US" dirty="0"/>
              <a:t>Present</a:t>
            </a:r>
          </a:p>
        </p:txBody>
      </p:sp>
      <p:sp>
        <p:nvSpPr>
          <p:cNvPr id="5" name="Content Placeholder 4">
            <a:extLst>
              <a:ext uri="{FF2B5EF4-FFF2-40B4-BE49-F238E27FC236}">
                <a16:creationId xmlns:a16="http://schemas.microsoft.com/office/drawing/2014/main" id="{F637E2BA-94E3-4150-900F-D4E44FD2B45D}"/>
              </a:ext>
            </a:extLst>
          </p:cNvPr>
          <p:cNvSpPr>
            <a:spLocks noGrp="1"/>
          </p:cNvSpPr>
          <p:nvPr>
            <p:ph idx="1"/>
          </p:nvPr>
        </p:nvSpPr>
        <p:spPr>
          <a:xfrm>
            <a:off x="1154955" y="2603500"/>
            <a:ext cx="9602070" cy="3698398"/>
          </a:xfrm>
        </p:spPr>
        <p:txBody>
          <a:bodyPr/>
          <a:lstStyle/>
          <a:p>
            <a:r>
              <a:rPr lang="en-US" dirty="0"/>
              <a:t>Client Registration</a:t>
            </a:r>
          </a:p>
          <a:p>
            <a:endParaRPr lang="en-US" dirty="0"/>
          </a:p>
        </p:txBody>
      </p:sp>
      <p:pic>
        <p:nvPicPr>
          <p:cNvPr id="7" name="Picture 6">
            <a:extLst>
              <a:ext uri="{FF2B5EF4-FFF2-40B4-BE49-F238E27FC236}">
                <a16:creationId xmlns:a16="http://schemas.microsoft.com/office/drawing/2014/main" id="{88190C1B-9995-494D-9DA0-A7B54D70D9B7}"/>
              </a:ext>
            </a:extLst>
          </p:cNvPr>
          <p:cNvPicPr>
            <a:picLocks noChangeAspect="1"/>
          </p:cNvPicPr>
          <p:nvPr/>
        </p:nvPicPr>
        <p:blipFill>
          <a:blip r:embed="rId2"/>
          <a:stretch>
            <a:fillRect/>
          </a:stretch>
        </p:blipFill>
        <p:spPr>
          <a:xfrm>
            <a:off x="1434975" y="2979693"/>
            <a:ext cx="6561552" cy="3322205"/>
          </a:xfrm>
          <a:prstGeom prst="rect">
            <a:avLst/>
          </a:prstGeom>
        </p:spPr>
      </p:pic>
    </p:spTree>
    <p:extLst>
      <p:ext uri="{BB962C8B-B14F-4D97-AF65-F5344CB8AC3E}">
        <p14:creationId xmlns:p14="http://schemas.microsoft.com/office/powerpoint/2010/main" val="635703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1C501-739A-4F27-A2F4-57B2871AB69D}"/>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a16="http://schemas.microsoft.com/office/drawing/2014/main" id="{9E5F98C4-842C-427B-B29C-F6F9E8F2C0A4}"/>
              </a:ext>
            </a:extLst>
          </p:cNvPr>
          <p:cNvSpPr>
            <a:spLocks noGrp="1"/>
          </p:cNvSpPr>
          <p:nvPr>
            <p:ph idx="1"/>
          </p:nvPr>
        </p:nvSpPr>
        <p:spPr>
          <a:xfrm>
            <a:off x="1154955" y="2603500"/>
            <a:ext cx="8761412" cy="3611770"/>
          </a:xfrm>
        </p:spPr>
        <p:txBody>
          <a:bodyPr/>
          <a:lstStyle/>
          <a:p>
            <a:r>
              <a:rPr lang="en-US" dirty="0"/>
              <a:t>Patient Registration</a:t>
            </a:r>
          </a:p>
          <a:p>
            <a:endParaRPr lang="en-US" dirty="0"/>
          </a:p>
        </p:txBody>
      </p:sp>
      <p:pic>
        <p:nvPicPr>
          <p:cNvPr id="7" name="Picture 6">
            <a:extLst>
              <a:ext uri="{FF2B5EF4-FFF2-40B4-BE49-F238E27FC236}">
                <a16:creationId xmlns:a16="http://schemas.microsoft.com/office/drawing/2014/main" id="{95AA94DD-B5B5-41DC-A180-CCE504796416}"/>
              </a:ext>
            </a:extLst>
          </p:cNvPr>
          <p:cNvPicPr>
            <a:picLocks noChangeAspect="1"/>
          </p:cNvPicPr>
          <p:nvPr/>
        </p:nvPicPr>
        <p:blipFill>
          <a:blip r:embed="rId2"/>
          <a:stretch>
            <a:fillRect/>
          </a:stretch>
        </p:blipFill>
        <p:spPr>
          <a:xfrm>
            <a:off x="1631026" y="3094856"/>
            <a:ext cx="5776939" cy="2924944"/>
          </a:xfrm>
          <a:prstGeom prst="rect">
            <a:avLst/>
          </a:prstGeom>
        </p:spPr>
      </p:pic>
    </p:spTree>
    <p:extLst>
      <p:ext uri="{BB962C8B-B14F-4D97-AF65-F5344CB8AC3E}">
        <p14:creationId xmlns:p14="http://schemas.microsoft.com/office/powerpoint/2010/main" val="911061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F73D7-D0CB-45C9-8924-821587F69D76}"/>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a16="http://schemas.microsoft.com/office/drawing/2014/main" id="{D657944F-BC87-44F9-B5CA-557EB5758FF1}"/>
              </a:ext>
            </a:extLst>
          </p:cNvPr>
          <p:cNvSpPr>
            <a:spLocks noGrp="1"/>
          </p:cNvSpPr>
          <p:nvPr>
            <p:ph idx="1"/>
          </p:nvPr>
        </p:nvSpPr>
        <p:spPr>
          <a:xfrm>
            <a:off x="1154955" y="2603500"/>
            <a:ext cx="8761412" cy="3704536"/>
          </a:xfrm>
        </p:spPr>
        <p:txBody>
          <a:bodyPr/>
          <a:lstStyle/>
          <a:p>
            <a:r>
              <a:rPr lang="en-US" dirty="0"/>
              <a:t>Patient Arrival page</a:t>
            </a:r>
          </a:p>
          <a:p>
            <a:endParaRPr lang="en-US" dirty="0"/>
          </a:p>
        </p:txBody>
      </p:sp>
      <p:pic>
        <p:nvPicPr>
          <p:cNvPr id="5" name="Picture 4">
            <a:extLst>
              <a:ext uri="{FF2B5EF4-FFF2-40B4-BE49-F238E27FC236}">
                <a16:creationId xmlns:a16="http://schemas.microsoft.com/office/drawing/2014/main" id="{1A7A864D-3863-458C-841A-1B32EC2B1CC9}"/>
              </a:ext>
            </a:extLst>
          </p:cNvPr>
          <p:cNvPicPr>
            <a:picLocks noChangeAspect="1"/>
          </p:cNvPicPr>
          <p:nvPr/>
        </p:nvPicPr>
        <p:blipFill>
          <a:blip r:embed="rId2"/>
          <a:stretch>
            <a:fillRect/>
          </a:stretch>
        </p:blipFill>
        <p:spPr>
          <a:xfrm>
            <a:off x="1338469" y="3006198"/>
            <a:ext cx="6521326" cy="3301838"/>
          </a:xfrm>
          <a:prstGeom prst="rect">
            <a:avLst/>
          </a:prstGeom>
        </p:spPr>
      </p:pic>
    </p:spTree>
    <p:extLst>
      <p:ext uri="{BB962C8B-B14F-4D97-AF65-F5344CB8AC3E}">
        <p14:creationId xmlns:p14="http://schemas.microsoft.com/office/powerpoint/2010/main" val="3562868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66583-DFA9-466E-95F9-99CCA048073A}"/>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a16="http://schemas.microsoft.com/office/drawing/2014/main" id="{7378F97C-BC32-4CBD-82D0-C9410AB05631}"/>
              </a:ext>
            </a:extLst>
          </p:cNvPr>
          <p:cNvSpPr>
            <a:spLocks noGrp="1"/>
          </p:cNvSpPr>
          <p:nvPr>
            <p:ph idx="1"/>
          </p:nvPr>
        </p:nvSpPr>
        <p:spPr>
          <a:xfrm>
            <a:off x="1154955" y="2603499"/>
            <a:ext cx="8761412" cy="3615151"/>
          </a:xfrm>
        </p:spPr>
        <p:txBody>
          <a:bodyPr/>
          <a:lstStyle/>
          <a:p>
            <a:r>
              <a:rPr lang="en-US" dirty="0"/>
              <a:t>Consultation</a:t>
            </a:r>
          </a:p>
          <a:p>
            <a:endParaRPr lang="en-US" dirty="0"/>
          </a:p>
        </p:txBody>
      </p:sp>
      <p:pic>
        <p:nvPicPr>
          <p:cNvPr id="5" name="Picture 4">
            <a:extLst>
              <a:ext uri="{FF2B5EF4-FFF2-40B4-BE49-F238E27FC236}">
                <a16:creationId xmlns:a16="http://schemas.microsoft.com/office/drawing/2014/main" id="{8CEFED67-7A47-4E59-8C98-BBC2E1249212}"/>
              </a:ext>
            </a:extLst>
          </p:cNvPr>
          <p:cNvPicPr>
            <a:picLocks noChangeAspect="1"/>
          </p:cNvPicPr>
          <p:nvPr/>
        </p:nvPicPr>
        <p:blipFill>
          <a:blip r:embed="rId2"/>
          <a:stretch>
            <a:fillRect/>
          </a:stretch>
        </p:blipFill>
        <p:spPr>
          <a:xfrm>
            <a:off x="1154953" y="3045955"/>
            <a:ext cx="6266264" cy="3172696"/>
          </a:xfrm>
          <a:prstGeom prst="rect">
            <a:avLst/>
          </a:prstGeom>
        </p:spPr>
      </p:pic>
    </p:spTree>
    <p:extLst>
      <p:ext uri="{BB962C8B-B14F-4D97-AF65-F5344CB8AC3E}">
        <p14:creationId xmlns:p14="http://schemas.microsoft.com/office/powerpoint/2010/main" val="1095662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68516-8071-4E2B-B5ED-752ADF2CB739}"/>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a16="http://schemas.microsoft.com/office/drawing/2014/main" id="{E9334009-B0AA-4EAD-8783-91A9B6BBD6DF}"/>
              </a:ext>
            </a:extLst>
          </p:cNvPr>
          <p:cNvSpPr>
            <a:spLocks noGrp="1"/>
          </p:cNvSpPr>
          <p:nvPr>
            <p:ph idx="1"/>
          </p:nvPr>
        </p:nvSpPr>
        <p:spPr>
          <a:xfrm>
            <a:off x="1154955" y="2603500"/>
            <a:ext cx="8761412" cy="3585264"/>
          </a:xfrm>
        </p:spPr>
        <p:txBody>
          <a:bodyPr/>
          <a:lstStyle/>
          <a:p>
            <a:r>
              <a:rPr lang="en-US" dirty="0"/>
              <a:t>Advance Payment</a:t>
            </a:r>
          </a:p>
          <a:p>
            <a:endParaRPr lang="en-US" dirty="0"/>
          </a:p>
        </p:txBody>
      </p:sp>
      <p:pic>
        <p:nvPicPr>
          <p:cNvPr id="5" name="Picture 4">
            <a:extLst>
              <a:ext uri="{FF2B5EF4-FFF2-40B4-BE49-F238E27FC236}">
                <a16:creationId xmlns:a16="http://schemas.microsoft.com/office/drawing/2014/main" id="{052B70E8-C286-4045-8904-5D73580990B6}"/>
              </a:ext>
            </a:extLst>
          </p:cNvPr>
          <p:cNvPicPr>
            <a:picLocks noChangeAspect="1"/>
          </p:cNvPicPr>
          <p:nvPr/>
        </p:nvPicPr>
        <p:blipFill>
          <a:blip r:embed="rId2"/>
          <a:stretch>
            <a:fillRect/>
          </a:stretch>
        </p:blipFill>
        <p:spPr>
          <a:xfrm>
            <a:off x="1154953" y="3109783"/>
            <a:ext cx="5746740" cy="3078981"/>
          </a:xfrm>
          <a:prstGeom prst="rect">
            <a:avLst/>
          </a:prstGeom>
        </p:spPr>
      </p:pic>
    </p:spTree>
    <p:extLst>
      <p:ext uri="{BB962C8B-B14F-4D97-AF65-F5344CB8AC3E}">
        <p14:creationId xmlns:p14="http://schemas.microsoft.com/office/powerpoint/2010/main" val="449587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6CF2B-F97A-4059-ACD0-051D357F37CA}"/>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a16="http://schemas.microsoft.com/office/drawing/2014/main" id="{5470199E-6D5A-4EB5-887D-3DD34A16503E}"/>
              </a:ext>
            </a:extLst>
          </p:cNvPr>
          <p:cNvSpPr>
            <a:spLocks noGrp="1"/>
          </p:cNvSpPr>
          <p:nvPr>
            <p:ph idx="1"/>
          </p:nvPr>
        </p:nvSpPr>
        <p:spPr>
          <a:xfrm>
            <a:off x="1154955" y="2603499"/>
            <a:ext cx="8761412" cy="3718659"/>
          </a:xfrm>
        </p:spPr>
        <p:txBody>
          <a:bodyPr/>
          <a:lstStyle/>
          <a:p>
            <a:r>
              <a:rPr lang="en-US" dirty="0"/>
              <a:t>Advance Payment Money Receipt</a:t>
            </a:r>
          </a:p>
          <a:p>
            <a:endParaRPr lang="en-US" dirty="0"/>
          </a:p>
        </p:txBody>
      </p:sp>
      <p:pic>
        <p:nvPicPr>
          <p:cNvPr id="5" name="Picture 4">
            <a:extLst>
              <a:ext uri="{FF2B5EF4-FFF2-40B4-BE49-F238E27FC236}">
                <a16:creationId xmlns:a16="http://schemas.microsoft.com/office/drawing/2014/main" id="{74D4F8AE-1B83-4D23-8FCE-00C788C509F8}"/>
              </a:ext>
            </a:extLst>
          </p:cNvPr>
          <p:cNvPicPr>
            <a:picLocks noChangeAspect="1"/>
          </p:cNvPicPr>
          <p:nvPr/>
        </p:nvPicPr>
        <p:blipFill>
          <a:blip r:embed="rId2"/>
          <a:stretch>
            <a:fillRect/>
          </a:stretch>
        </p:blipFill>
        <p:spPr>
          <a:xfrm>
            <a:off x="1404731" y="3014247"/>
            <a:ext cx="6533322" cy="3307912"/>
          </a:xfrm>
          <a:prstGeom prst="rect">
            <a:avLst/>
          </a:prstGeom>
        </p:spPr>
      </p:pic>
    </p:spTree>
    <p:extLst>
      <p:ext uri="{BB962C8B-B14F-4D97-AF65-F5344CB8AC3E}">
        <p14:creationId xmlns:p14="http://schemas.microsoft.com/office/powerpoint/2010/main" val="377627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1F42D-079F-451E-A5FF-6786BAB5EF3C}"/>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a16="http://schemas.microsoft.com/office/drawing/2014/main" id="{4C9091EF-982A-4FD6-B7B1-065B729926A5}"/>
              </a:ext>
            </a:extLst>
          </p:cNvPr>
          <p:cNvSpPr>
            <a:spLocks noGrp="1"/>
          </p:cNvSpPr>
          <p:nvPr>
            <p:ph idx="1"/>
          </p:nvPr>
        </p:nvSpPr>
        <p:spPr>
          <a:xfrm>
            <a:off x="1154955" y="2603499"/>
            <a:ext cx="8761412" cy="3731039"/>
          </a:xfrm>
        </p:spPr>
        <p:txBody>
          <a:bodyPr/>
          <a:lstStyle/>
          <a:p>
            <a:r>
              <a:rPr lang="en-US" dirty="0"/>
              <a:t>Invoice</a:t>
            </a:r>
          </a:p>
          <a:p>
            <a:endParaRPr lang="en-US" dirty="0"/>
          </a:p>
        </p:txBody>
      </p:sp>
      <p:pic>
        <p:nvPicPr>
          <p:cNvPr id="5" name="Picture 4">
            <a:extLst>
              <a:ext uri="{FF2B5EF4-FFF2-40B4-BE49-F238E27FC236}">
                <a16:creationId xmlns:a16="http://schemas.microsoft.com/office/drawing/2014/main" id="{206F7D27-EBC8-452F-92A5-9129DBE894E0}"/>
              </a:ext>
            </a:extLst>
          </p:cNvPr>
          <p:cNvPicPr>
            <a:picLocks noChangeAspect="1"/>
          </p:cNvPicPr>
          <p:nvPr/>
        </p:nvPicPr>
        <p:blipFill>
          <a:blip r:embed="rId2"/>
          <a:stretch>
            <a:fillRect/>
          </a:stretch>
        </p:blipFill>
        <p:spPr>
          <a:xfrm>
            <a:off x="1298713" y="3045954"/>
            <a:ext cx="6255026" cy="3167007"/>
          </a:xfrm>
          <a:prstGeom prst="rect">
            <a:avLst/>
          </a:prstGeom>
        </p:spPr>
      </p:pic>
    </p:spTree>
    <p:extLst>
      <p:ext uri="{BB962C8B-B14F-4D97-AF65-F5344CB8AC3E}">
        <p14:creationId xmlns:p14="http://schemas.microsoft.com/office/powerpoint/2010/main" val="2621907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782E4-7A89-4F08-844D-5F75B1F8FAFA}"/>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a16="http://schemas.microsoft.com/office/drawing/2014/main" id="{20C2A054-93B0-4F3F-B020-49655085D5AC}"/>
              </a:ext>
            </a:extLst>
          </p:cNvPr>
          <p:cNvSpPr>
            <a:spLocks noGrp="1"/>
          </p:cNvSpPr>
          <p:nvPr>
            <p:ph idx="1"/>
          </p:nvPr>
        </p:nvSpPr>
        <p:spPr>
          <a:xfrm>
            <a:off x="1154955" y="2603500"/>
            <a:ext cx="8761412" cy="3770796"/>
          </a:xfrm>
        </p:spPr>
        <p:txBody>
          <a:bodyPr/>
          <a:lstStyle/>
          <a:p>
            <a:r>
              <a:rPr lang="en-US" dirty="0"/>
              <a:t>Invoice Report</a:t>
            </a:r>
          </a:p>
          <a:p>
            <a:endParaRPr lang="en-US" dirty="0"/>
          </a:p>
        </p:txBody>
      </p:sp>
      <p:pic>
        <p:nvPicPr>
          <p:cNvPr id="5" name="Picture 4">
            <a:extLst>
              <a:ext uri="{FF2B5EF4-FFF2-40B4-BE49-F238E27FC236}">
                <a16:creationId xmlns:a16="http://schemas.microsoft.com/office/drawing/2014/main" id="{F5A669E7-5D54-47C9-95C2-A3FDAC1856E7}"/>
              </a:ext>
            </a:extLst>
          </p:cNvPr>
          <p:cNvPicPr>
            <a:picLocks noChangeAspect="1"/>
          </p:cNvPicPr>
          <p:nvPr/>
        </p:nvPicPr>
        <p:blipFill>
          <a:blip r:embed="rId2"/>
          <a:stretch>
            <a:fillRect/>
          </a:stretch>
        </p:blipFill>
        <p:spPr>
          <a:xfrm>
            <a:off x="1325217" y="3004170"/>
            <a:ext cx="6446808" cy="3264108"/>
          </a:xfrm>
          <a:prstGeom prst="rect">
            <a:avLst/>
          </a:prstGeom>
        </p:spPr>
      </p:pic>
    </p:spTree>
    <p:extLst>
      <p:ext uri="{BB962C8B-B14F-4D97-AF65-F5344CB8AC3E}">
        <p14:creationId xmlns:p14="http://schemas.microsoft.com/office/powerpoint/2010/main" val="2158703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88EC1-ED26-4FE6-93D7-5CCC05323B23}"/>
              </a:ext>
            </a:extLst>
          </p:cNvPr>
          <p:cNvSpPr>
            <a:spLocks noGrp="1"/>
          </p:cNvSpPr>
          <p:nvPr>
            <p:ph type="title"/>
          </p:nvPr>
        </p:nvSpPr>
        <p:spPr/>
        <p:txBody>
          <a:bodyPr/>
          <a:lstStyle/>
          <a:p>
            <a:r>
              <a:rPr lang="en-US" dirty="0"/>
              <a:t>Roadmap</a:t>
            </a:r>
          </a:p>
        </p:txBody>
      </p:sp>
      <p:sp>
        <p:nvSpPr>
          <p:cNvPr id="3" name="Content Placeholder 2">
            <a:extLst>
              <a:ext uri="{FF2B5EF4-FFF2-40B4-BE49-F238E27FC236}">
                <a16:creationId xmlns:a16="http://schemas.microsoft.com/office/drawing/2014/main" id="{A17BF14A-ECB9-490A-8BE9-5777D4A8CC67}"/>
              </a:ext>
            </a:extLst>
          </p:cNvPr>
          <p:cNvSpPr>
            <a:spLocks noGrp="1"/>
          </p:cNvSpPr>
          <p:nvPr>
            <p:ph idx="1"/>
          </p:nvPr>
        </p:nvSpPr>
        <p:spPr/>
        <p:txBody>
          <a:bodyPr/>
          <a:lstStyle/>
          <a:p>
            <a:r>
              <a:rPr lang="en-US" dirty="0"/>
              <a:t>Inventory</a:t>
            </a:r>
          </a:p>
          <a:p>
            <a:r>
              <a:rPr lang="en-US" dirty="0"/>
              <a:t>IPD</a:t>
            </a:r>
          </a:p>
          <a:p>
            <a:r>
              <a:rPr lang="en-US" dirty="0"/>
              <a:t>LIS</a:t>
            </a:r>
          </a:p>
          <a:p>
            <a:r>
              <a:rPr lang="en-US" dirty="0"/>
              <a:t>RIS</a:t>
            </a:r>
          </a:p>
          <a:p>
            <a:r>
              <a:rPr lang="en-US" dirty="0"/>
              <a:t>OT</a:t>
            </a:r>
          </a:p>
          <a:p>
            <a:r>
              <a:rPr lang="en-US" dirty="0"/>
              <a:t>Emergency</a:t>
            </a:r>
          </a:p>
        </p:txBody>
      </p:sp>
    </p:spTree>
    <p:extLst>
      <p:ext uri="{BB962C8B-B14F-4D97-AF65-F5344CB8AC3E}">
        <p14:creationId xmlns:p14="http://schemas.microsoft.com/office/powerpoint/2010/main" val="3325029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BB0EA-171B-461F-A7C2-E44F76F2CBA2}"/>
              </a:ext>
            </a:extLst>
          </p:cNvPr>
          <p:cNvSpPr>
            <a:spLocks noGrp="1"/>
          </p:cNvSpPr>
          <p:nvPr>
            <p:ph type="title"/>
          </p:nvPr>
        </p:nvSpPr>
        <p:spPr/>
        <p:txBody>
          <a:bodyPr/>
          <a:lstStyle/>
          <a:p>
            <a:r>
              <a:rPr lang="en-US" dirty="0"/>
              <a:t>Demo</a:t>
            </a:r>
          </a:p>
        </p:txBody>
      </p:sp>
      <p:sp>
        <p:nvSpPr>
          <p:cNvPr id="3" name="Content Placeholder 2">
            <a:extLst>
              <a:ext uri="{FF2B5EF4-FFF2-40B4-BE49-F238E27FC236}">
                <a16:creationId xmlns:a16="http://schemas.microsoft.com/office/drawing/2014/main" id="{5BBA19D9-CD89-4219-A978-EBA618A2B387}"/>
              </a:ext>
            </a:extLst>
          </p:cNvPr>
          <p:cNvSpPr>
            <a:spLocks noGrp="1"/>
          </p:cNvSpPr>
          <p:nvPr>
            <p:ph idx="1"/>
          </p:nvPr>
        </p:nvSpPr>
        <p:spPr/>
        <p:txBody>
          <a:bodyPr/>
          <a:lstStyle/>
          <a:p>
            <a:r>
              <a:rPr lang="en-US" dirty="0"/>
              <a:t>The link of </a:t>
            </a:r>
            <a:r>
              <a:rPr lang="en-US" dirty="0" err="1"/>
              <a:t>Petmatrix</a:t>
            </a:r>
            <a:r>
              <a:rPr lang="en-US" dirty="0"/>
              <a:t> application</a:t>
            </a:r>
          </a:p>
          <a:p>
            <a:r>
              <a:rPr lang="en-US" dirty="0">
                <a:hlinkClick r:id="rId2"/>
              </a:rPr>
              <a:t>http://203.83.188.246:8087/#/</a:t>
            </a:r>
            <a:endParaRPr lang="en-US" dirty="0"/>
          </a:p>
          <a:p>
            <a:endParaRPr lang="en-US" dirty="0"/>
          </a:p>
        </p:txBody>
      </p:sp>
    </p:spTree>
    <p:extLst>
      <p:ext uri="{BB962C8B-B14F-4D97-AF65-F5344CB8AC3E}">
        <p14:creationId xmlns:p14="http://schemas.microsoft.com/office/powerpoint/2010/main" val="2494835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FA114-CFC4-49D0-AA2A-0056B588C257}"/>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9B3A729-A307-427C-B278-32C632530763}"/>
              </a:ext>
            </a:extLst>
          </p:cNvPr>
          <p:cNvSpPr>
            <a:spLocks noGrp="1"/>
          </p:cNvSpPr>
          <p:nvPr>
            <p:ph idx="1"/>
          </p:nvPr>
        </p:nvSpPr>
        <p:spPr>
          <a:xfrm>
            <a:off x="1154954" y="2603500"/>
            <a:ext cx="9513045" cy="3416300"/>
          </a:xfrm>
        </p:spPr>
        <p:txBody>
          <a:bodyPr/>
          <a:lstStyle/>
          <a:p>
            <a:r>
              <a:rPr lang="en-US" dirty="0"/>
              <a:t>Thank you everyone for your time.</a:t>
            </a:r>
          </a:p>
        </p:txBody>
      </p:sp>
    </p:spTree>
    <p:extLst>
      <p:ext uri="{BB962C8B-B14F-4D97-AF65-F5344CB8AC3E}">
        <p14:creationId xmlns:p14="http://schemas.microsoft.com/office/powerpoint/2010/main" val="37128844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otalTime>268</TotalTime>
  <Words>164</Words>
  <Application>Microsoft Office PowerPoint</Application>
  <PresentationFormat>Widescreen</PresentationFormat>
  <Paragraphs>52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Century Gothic</vt:lpstr>
      <vt:lpstr>Wingdings 3</vt:lpstr>
      <vt:lpstr>Ion Boardroom</vt:lpstr>
      <vt:lpstr>PetMatrix - Web Application</vt:lpstr>
      <vt:lpstr>Good afternoon and welcome to PetMatrix web application. Thank you all very much for coming today. Happy new year 2019 in advance. This is Surajit Sarkar. I’m presenting on behalf of PetMatrix development team. The purpose of today’s presentation to show PetMatrix application   Prepared by Md Emdadul Haque, Sr Software Engineer (Team Lead) Md Golam Rabbi, Sr. Software Engineer Bipon Biswas , UX/UI Engineer</vt:lpstr>
      <vt:lpstr>Introduction</vt:lpstr>
      <vt:lpstr>Features</vt:lpstr>
      <vt:lpstr>Technology</vt:lpstr>
      <vt:lpstr>Present</vt:lpstr>
      <vt:lpstr>Present</vt:lpstr>
      <vt:lpstr>Present</vt:lpstr>
      <vt:lpstr>Present</vt:lpstr>
      <vt:lpstr>Present</vt:lpstr>
      <vt:lpstr>Present</vt:lpstr>
      <vt:lpstr>Present</vt:lpstr>
      <vt:lpstr>Present</vt:lpstr>
      <vt:lpstr>Present</vt:lpstr>
      <vt:lpstr>Roadmap</vt:lpstr>
      <vt:lpstr>Demo</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 on Demand App</dc:title>
  <dc:creator>Mostafa Chowdhury</dc:creator>
  <cp:lastModifiedBy>Md. Emdadul Haque</cp:lastModifiedBy>
  <cp:revision>33</cp:revision>
  <dcterms:created xsi:type="dcterms:W3CDTF">2018-10-31T06:18:45Z</dcterms:created>
  <dcterms:modified xsi:type="dcterms:W3CDTF">2018-12-27T07:10:54Z</dcterms:modified>
</cp:coreProperties>
</file>