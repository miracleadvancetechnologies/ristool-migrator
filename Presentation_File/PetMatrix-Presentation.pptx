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2" r:id="rId4"/>
    <p:sldId id="278" r:id="rId5"/>
    <p:sldId id="261" r:id="rId6"/>
    <p:sldId id="272" r:id="rId7"/>
    <p:sldId id="263" r:id="rId8"/>
    <p:sldId id="271" r:id="rId9"/>
    <p:sldId id="27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88" d="100"/>
          <a:sy n="88" d="100"/>
        </p:scale>
        <p:origin x="1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419CF7-F938-4A22-8913-7C460DCA9DA6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DADA17A2-5904-49C1-91B2-7DAF12AB3798}">
      <dgm:prSet phldrT="[Text]"/>
      <dgm:spPr/>
      <dgm:t>
        <a:bodyPr/>
        <a:lstStyle/>
        <a:p>
          <a:r>
            <a:rPr lang="en-US" dirty="0"/>
            <a:t>Inventory</a:t>
          </a:r>
        </a:p>
      </dgm:t>
    </dgm:pt>
    <dgm:pt modelId="{B3C162D1-8C6A-4D42-AC36-F695AD5997AB}" type="parTrans" cxnId="{06D23008-C021-42E7-8011-09B4449D88AD}">
      <dgm:prSet/>
      <dgm:spPr/>
      <dgm:t>
        <a:bodyPr/>
        <a:lstStyle/>
        <a:p>
          <a:endParaRPr lang="en-US"/>
        </a:p>
      </dgm:t>
    </dgm:pt>
    <dgm:pt modelId="{B09DD329-9ED3-47B0-8880-62E24F0736A4}" type="sibTrans" cxnId="{06D23008-C021-42E7-8011-09B4449D88AD}">
      <dgm:prSet/>
      <dgm:spPr/>
      <dgm:t>
        <a:bodyPr/>
        <a:lstStyle/>
        <a:p>
          <a:endParaRPr lang="en-US"/>
        </a:p>
      </dgm:t>
    </dgm:pt>
    <dgm:pt modelId="{BAE52889-9AA8-4921-ACB4-1CA71C7A8B75}">
      <dgm:prSet phldrT="[Text]"/>
      <dgm:spPr/>
      <dgm:t>
        <a:bodyPr/>
        <a:lstStyle/>
        <a:p>
          <a:r>
            <a:rPr lang="en-US" dirty="0"/>
            <a:t>Pharmacy</a:t>
          </a:r>
        </a:p>
      </dgm:t>
    </dgm:pt>
    <dgm:pt modelId="{C206382E-1AA4-4129-A774-DD6C4B3498AF}" type="parTrans" cxnId="{3B402D3C-818B-4F35-A8AA-74D2C9BB2228}">
      <dgm:prSet/>
      <dgm:spPr/>
      <dgm:t>
        <a:bodyPr/>
        <a:lstStyle/>
        <a:p>
          <a:endParaRPr lang="en-US"/>
        </a:p>
      </dgm:t>
    </dgm:pt>
    <dgm:pt modelId="{5C9099AD-1E92-41F1-BAC2-1DC9E67E3A79}" type="sibTrans" cxnId="{3B402D3C-818B-4F35-A8AA-74D2C9BB2228}">
      <dgm:prSet/>
      <dgm:spPr/>
      <dgm:t>
        <a:bodyPr/>
        <a:lstStyle/>
        <a:p>
          <a:endParaRPr lang="en-US"/>
        </a:p>
      </dgm:t>
    </dgm:pt>
    <dgm:pt modelId="{58EF1142-F5AF-4B9D-B463-31D48872D225}">
      <dgm:prSet phldrT="[Text]"/>
      <dgm:spPr/>
      <dgm:t>
        <a:bodyPr/>
        <a:lstStyle/>
        <a:p>
          <a:r>
            <a:rPr lang="en-US" dirty="0"/>
            <a:t>IPD</a:t>
          </a:r>
        </a:p>
      </dgm:t>
    </dgm:pt>
    <dgm:pt modelId="{808995D4-C789-422B-ABBC-49E685A60372}" type="parTrans" cxnId="{FA7FDCD0-3B2B-4226-8BA1-9A9393EE75BA}">
      <dgm:prSet/>
      <dgm:spPr/>
      <dgm:t>
        <a:bodyPr/>
        <a:lstStyle/>
        <a:p>
          <a:endParaRPr lang="en-US"/>
        </a:p>
      </dgm:t>
    </dgm:pt>
    <dgm:pt modelId="{8B145555-A550-49AC-A35E-A3C61247DC5A}" type="sibTrans" cxnId="{FA7FDCD0-3B2B-4226-8BA1-9A9393EE75BA}">
      <dgm:prSet/>
      <dgm:spPr/>
      <dgm:t>
        <a:bodyPr/>
        <a:lstStyle/>
        <a:p>
          <a:endParaRPr lang="en-US"/>
        </a:p>
      </dgm:t>
    </dgm:pt>
    <dgm:pt modelId="{0021F757-A690-402F-AF5D-DBCD9FAD08DC}">
      <dgm:prSet phldrT="[Text]"/>
      <dgm:spPr/>
      <dgm:t>
        <a:bodyPr/>
        <a:lstStyle/>
        <a:p>
          <a:r>
            <a:rPr lang="en-US" dirty="0"/>
            <a:t>LIS</a:t>
          </a:r>
        </a:p>
      </dgm:t>
    </dgm:pt>
    <dgm:pt modelId="{95EE1516-0195-4C1B-85CF-4481A1279FDD}" type="parTrans" cxnId="{FF6999BE-991D-42BF-A3F9-F230126A12A6}">
      <dgm:prSet/>
      <dgm:spPr/>
      <dgm:t>
        <a:bodyPr/>
        <a:lstStyle/>
        <a:p>
          <a:endParaRPr lang="en-US"/>
        </a:p>
      </dgm:t>
    </dgm:pt>
    <dgm:pt modelId="{A0DBEEF0-6D41-4CE6-B262-BCAF2031189C}" type="sibTrans" cxnId="{FF6999BE-991D-42BF-A3F9-F230126A12A6}">
      <dgm:prSet/>
      <dgm:spPr/>
      <dgm:t>
        <a:bodyPr/>
        <a:lstStyle/>
        <a:p>
          <a:endParaRPr lang="en-US"/>
        </a:p>
      </dgm:t>
    </dgm:pt>
    <dgm:pt modelId="{E1412A85-42B6-4801-8542-3F7144109874}">
      <dgm:prSet phldrT="[Text]"/>
      <dgm:spPr/>
      <dgm:t>
        <a:bodyPr/>
        <a:lstStyle/>
        <a:p>
          <a:r>
            <a:rPr lang="en-US" dirty="0"/>
            <a:t>RIS</a:t>
          </a:r>
        </a:p>
      </dgm:t>
    </dgm:pt>
    <dgm:pt modelId="{0BF23338-461E-48C8-B336-2CD4ECFFDB10}" type="parTrans" cxnId="{038CBBB0-6544-4FAC-AC23-8CDB53129E8F}">
      <dgm:prSet/>
      <dgm:spPr/>
      <dgm:t>
        <a:bodyPr/>
        <a:lstStyle/>
        <a:p>
          <a:endParaRPr lang="en-US"/>
        </a:p>
      </dgm:t>
    </dgm:pt>
    <dgm:pt modelId="{02FED3A4-910F-4066-8814-FA8D4360A25C}" type="sibTrans" cxnId="{038CBBB0-6544-4FAC-AC23-8CDB53129E8F}">
      <dgm:prSet/>
      <dgm:spPr/>
      <dgm:t>
        <a:bodyPr/>
        <a:lstStyle/>
        <a:p>
          <a:endParaRPr lang="en-US"/>
        </a:p>
      </dgm:t>
    </dgm:pt>
    <dgm:pt modelId="{81786544-B182-4D35-A04A-E518EFD59B67}">
      <dgm:prSet phldrT="[Text]"/>
      <dgm:spPr/>
      <dgm:t>
        <a:bodyPr/>
        <a:lstStyle/>
        <a:p>
          <a:r>
            <a:rPr lang="en-US" dirty="0"/>
            <a:t>Emergency</a:t>
          </a:r>
        </a:p>
      </dgm:t>
    </dgm:pt>
    <dgm:pt modelId="{3F498523-FAE5-4962-8C07-74008ACF9F08}" type="parTrans" cxnId="{5D4F33D2-2E78-4A2C-88D0-CB10B1DE541A}">
      <dgm:prSet/>
      <dgm:spPr/>
      <dgm:t>
        <a:bodyPr/>
        <a:lstStyle/>
        <a:p>
          <a:endParaRPr lang="en-US"/>
        </a:p>
      </dgm:t>
    </dgm:pt>
    <dgm:pt modelId="{0DA44873-C730-4105-A8F4-ED5B0387E988}" type="sibTrans" cxnId="{5D4F33D2-2E78-4A2C-88D0-CB10B1DE541A}">
      <dgm:prSet/>
      <dgm:spPr/>
      <dgm:t>
        <a:bodyPr/>
        <a:lstStyle/>
        <a:p>
          <a:endParaRPr lang="en-US"/>
        </a:p>
      </dgm:t>
    </dgm:pt>
    <dgm:pt modelId="{186DEB3E-A6F5-46F8-AB63-64C7D4A932E5}" type="pres">
      <dgm:prSet presAssocID="{7C419CF7-F938-4A22-8913-7C460DCA9DA6}" presName="Name0" presStyleCnt="0">
        <dgm:presLayoutVars>
          <dgm:dir/>
          <dgm:resizeHandles val="exact"/>
        </dgm:presLayoutVars>
      </dgm:prSet>
      <dgm:spPr/>
    </dgm:pt>
    <dgm:pt modelId="{F84199CF-A4D1-4404-8125-44BB6135B197}" type="pres">
      <dgm:prSet presAssocID="{7C419CF7-F938-4A22-8913-7C460DCA9DA6}" presName="arrow" presStyleLbl="bgShp" presStyleIdx="0" presStyleCnt="1" custLinFactNeighborX="-30110" custLinFactNeighborY="4550"/>
      <dgm:spPr/>
    </dgm:pt>
    <dgm:pt modelId="{78E3AD86-E4E8-4A0D-9ED6-757FFEDF87E1}" type="pres">
      <dgm:prSet presAssocID="{7C419CF7-F938-4A22-8913-7C460DCA9DA6}" presName="points" presStyleCnt="0"/>
      <dgm:spPr/>
    </dgm:pt>
    <dgm:pt modelId="{A9A7B084-768C-4123-BEBA-9C288884B6CB}" type="pres">
      <dgm:prSet presAssocID="{DADA17A2-5904-49C1-91B2-7DAF12AB3798}" presName="compositeA" presStyleCnt="0"/>
      <dgm:spPr/>
    </dgm:pt>
    <dgm:pt modelId="{F9232D57-D467-4550-B033-DA133EF37819}" type="pres">
      <dgm:prSet presAssocID="{DADA17A2-5904-49C1-91B2-7DAF12AB3798}" presName="textA" presStyleLbl="revTx" presStyleIdx="0" presStyleCnt="6">
        <dgm:presLayoutVars>
          <dgm:bulletEnabled val="1"/>
        </dgm:presLayoutVars>
      </dgm:prSet>
      <dgm:spPr/>
    </dgm:pt>
    <dgm:pt modelId="{4A5F4307-571E-4845-B443-4FBF16B7899F}" type="pres">
      <dgm:prSet presAssocID="{DADA17A2-5904-49C1-91B2-7DAF12AB3798}" presName="circleA" presStyleLbl="node1" presStyleIdx="0" presStyleCnt="6"/>
      <dgm:spPr/>
    </dgm:pt>
    <dgm:pt modelId="{F7AEA54E-F82B-4699-AC38-EC1F34C68FD1}" type="pres">
      <dgm:prSet presAssocID="{DADA17A2-5904-49C1-91B2-7DAF12AB3798}" presName="spaceA" presStyleCnt="0"/>
      <dgm:spPr/>
    </dgm:pt>
    <dgm:pt modelId="{3F52417C-8C88-43ED-A21A-A3079D7081AD}" type="pres">
      <dgm:prSet presAssocID="{B09DD329-9ED3-47B0-8880-62E24F0736A4}" presName="space" presStyleCnt="0"/>
      <dgm:spPr/>
    </dgm:pt>
    <dgm:pt modelId="{EAC37054-E81E-4229-9F1A-EBB7ECF01654}" type="pres">
      <dgm:prSet presAssocID="{BAE52889-9AA8-4921-ACB4-1CA71C7A8B75}" presName="compositeB" presStyleCnt="0"/>
      <dgm:spPr/>
    </dgm:pt>
    <dgm:pt modelId="{31ED901B-7B58-41ED-820D-93040B42211E}" type="pres">
      <dgm:prSet presAssocID="{BAE52889-9AA8-4921-ACB4-1CA71C7A8B75}" presName="textB" presStyleLbl="revTx" presStyleIdx="1" presStyleCnt="6">
        <dgm:presLayoutVars>
          <dgm:bulletEnabled val="1"/>
        </dgm:presLayoutVars>
      </dgm:prSet>
      <dgm:spPr/>
    </dgm:pt>
    <dgm:pt modelId="{5314EC77-AF79-440F-865F-AB9662DAE746}" type="pres">
      <dgm:prSet presAssocID="{BAE52889-9AA8-4921-ACB4-1CA71C7A8B75}" presName="circleB" presStyleLbl="node1" presStyleIdx="1" presStyleCnt="6"/>
      <dgm:spPr/>
    </dgm:pt>
    <dgm:pt modelId="{511C5663-7F8B-4224-B83C-B6AAADBAA0B1}" type="pres">
      <dgm:prSet presAssocID="{BAE52889-9AA8-4921-ACB4-1CA71C7A8B75}" presName="spaceB" presStyleCnt="0"/>
      <dgm:spPr/>
    </dgm:pt>
    <dgm:pt modelId="{34810F87-7638-48AF-9C12-65C2F9516F34}" type="pres">
      <dgm:prSet presAssocID="{5C9099AD-1E92-41F1-BAC2-1DC9E67E3A79}" presName="space" presStyleCnt="0"/>
      <dgm:spPr/>
    </dgm:pt>
    <dgm:pt modelId="{7005EC29-6DF2-45AA-9570-F23C41DCBC6E}" type="pres">
      <dgm:prSet presAssocID="{58EF1142-F5AF-4B9D-B463-31D48872D225}" presName="compositeA" presStyleCnt="0"/>
      <dgm:spPr/>
    </dgm:pt>
    <dgm:pt modelId="{D4497237-E55C-4553-BB5D-541B7964D6D4}" type="pres">
      <dgm:prSet presAssocID="{58EF1142-F5AF-4B9D-B463-31D48872D225}" presName="textA" presStyleLbl="revTx" presStyleIdx="2" presStyleCnt="6">
        <dgm:presLayoutVars>
          <dgm:bulletEnabled val="1"/>
        </dgm:presLayoutVars>
      </dgm:prSet>
      <dgm:spPr/>
    </dgm:pt>
    <dgm:pt modelId="{1519B4F4-A485-47F0-85BD-3FD2FF5D629B}" type="pres">
      <dgm:prSet presAssocID="{58EF1142-F5AF-4B9D-B463-31D48872D225}" presName="circleA" presStyleLbl="node1" presStyleIdx="2" presStyleCnt="6"/>
      <dgm:spPr/>
    </dgm:pt>
    <dgm:pt modelId="{FDE9C673-12CC-4455-A89B-894EFD3C6E6E}" type="pres">
      <dgm:prSet presAssocID="{58EF1142-F5AF-4B9D-B463-31D48872D225}" presName="spaceA" presStyleCnt="0"/>
      <dgm:spPr/>
    </dgm:pt>
    <dgm:pt modelId="{3B0557B7-DC64-4172-AF86-AD15A055537F}" type="pres">
      <dgm:prSet presAssocID="{8B145555-A550-49AC-A35E-A3C61247DC5A}" presName="space" presStyleCnt="0"/>
      <dgm:spPr/>
    </dgm:pt>
    <dgm:pt modelId="{CED39C5E-275B-4B08-9365-601F58DBE71E}" type="pres">
      <dgm:prSet presAssocID="{0021F757-A690-402F-AF5D-DBCD9FAD08DC}" presName="compositeB" presStyleCnt="0"/>
      <dgm:spPr/>
    </dgm:pt>
    <dgm:pt modelId="{4B9F0C04-63B5-45D6-9D3C-51FE6BFDA64E}" type="pres">
      <dgm:prSet presAssocID="{0021F757-A690-402F-AF5D-DBCD9FAD08DC}" presName="textB" presStyleLbl="revTx" presStyleIdx="3" presStyleCnt="6">
        <dgm:presLayoutVars>
          <dgm:bulletEnabled val="1"/>
        </dgm:presLayoutVars>
      </dgm:prSet>
      <dgm:spPr/>
    </dgm:pt>
    <dgm:pt modelId="{0A62C264-7453-4D21-96E8-F89A32D5AF8D}" type="pres">
      <dgm:prSet presAssocID="{0021F757-A690-402F-AF5D-DBCD9FAD08DC}" presName="circleB" presStyleLbl="node1" presStyleIdx="3" presStyleCnt="6"/>
      <dgm:spPr/>
    </dgm:pt>
    <dgm:pt modelId="{9C421E7F-C08C-44A2-95E8-1B36E6EAB495}" type="pres">
      <dgm:prSet presAssocID="{0021F757-A690-402F-AF5D-DBCD9FAD08DC}" presName="spaceB" presStyleCnt="0"/>
      <dgm:spPr/>
    </dgm:pt>
    <dgm:pt modelId="{1B3983D3-BD65-46F3-BA6E-E119CAFE7E43}" type="pres">
      <dgm:prSet presAssocID="{A0DBEEF0-6D41-4CE6-B262-BCAF2031189C}" presName="space" presStyleCnt="0"/>
      <dgm:spPr/>
    </dgm:pt>
    <dgm:pt modelId="{54874960-3AAF-4A98-A759-DC32A5A6D6AA}" type="pres">
      <dgm:prSet presAssocID="{E1412A85-42B6-4801-8542-3F7144109874}" presName="compositeA" presStyleCnt="0"/>
      <dgm:spPr/>
    </dgm:pt>
    <dgm:pt modelId="{5C510006-C8C7-44EC-BCF9-50210E52DEA0}" type="pres">
      <dgm:prSet presAssocID="{E1412A85-42B6-4801-8542-3F7144109874}" presName="textA" presStyleLbl="revTx" presStyleIdx="4" presStyleCnt="6">
        <dgm:presLayoutVars>
          <dgm:bulletEnabled val="1"/>
        </dgm:presLayoutVars>
      </dgm:prSet>
      <dgm:spPr/>
    </dgm:pt>
    <dgm:pt modelId="{28AD9A53-112D-4C8E-AA04-11EC7C78F15D}" type="pres">
      <dgm:prSet presAssocID="{E1412A85-42B6-4801-8542-3F7144109874}" presName="circleA" presStyleLbl="node1" presStyleIdx="4" presStyleCnt="6"/>
      <dgm:spPr/>
    </dgm:pt>
    <dgm:pt modelId="{54A8B8B1-9B04-4CD9-B9E6-9D31EFDBDF81}" type="pres">
      <dgm:prSet presAssocID="{E1412A85-42B6-4801-8542-3F7144109874}" presName="spaceA" presStyleCnt="0"/>
      <dgm:spPr/>
    </dgm:pt>
    <dgm:pt modelId="{69771AEC-C789-4602-9967-E2AE8535D443}" type="pres">
      <dgm:prSet presAssocID="{02FED3A4-910F-4066-8814-FA8D4360A25C}" presName="space" presStyleCnt="0"/>
      <dgm:spPr/>
    </dgm:pt>
    <dgm:pt modelId="{1991A25E-B974-4A65-8C0E-36E8BBF025CB}" type="pres">
      <dgm:prSet presAssocID="{81786544-B182-4D35-A04A-E518EFD59B67}" presName="compositeB" presStyleCnt="0"/>
      <dgm:spPr/>
    </dgm:pt>
    <dgm:pt modelId="{9045163C-AD51-4E33-B3F8-F6D91BDFD9FE}" type="pres">
      <dgm:prSet presAssocID="{81786544-B182-4D35-A04A-E518EFD59B67}" presName="textB" presStyleLbl="revTx" presStyleIdx="5" presStyleCnt="6">
        <dgm:presLayoutVars>
          <dgm:bulletEnabled val="1"/>
        </dgm:presLayoutVars>
      </dgm:prSet>
      <dgm:spPr/>
    </dgm:pt>
    <dgm:pt modelId="{12E05401-F202-454C-818A-42CDF627FECE}" type="pres">
      <dgm:prSet presAssocID="{81786544-B182-4D35-A04A-E518EFD59B67}" presName="circleB" presStyleLbl="node1" presStyleIdx="5" presStyleCnt="6"/>
      <dgm:spPr/>
    </dgm:pt>
    <dgm:pt modelId="{9E38507F-D840-42DB-9E6F-ED7D38C58B80}" type="pres">
      <dgm:prSet presAssocID="{81786544-B182-4D35-A04A-E518EFD59B67}" presName="spaceB" presStyleCnt="0"/>
      <dgm:spPr/>
    </dgm:pt>
  </dgm:ptLst>
  <dgm:cxnLst>
    <dgm:cxn modelId="{06D23008-C021-42E7-8011-09B4449D88AD}" srcId="{7C419CF7-F938-4A22-8913-7C460DCA9DA6}" destId="{DADA17A2-5904-49C1-91B2-7DAF12AB3798}" srcOrd="0" destOrd="0" parTransId="{B3C162D1-8C6A-4D42-AC36-F695AD5997AB}" sibTransId="{B09DD329-9ED3-47B0-8880-62E24F0736A4}"/>
    <dgm:cxn modelId="{3B402D3C-818B-4F35-A8AA-74D2C9BB2228}" srcId="{7C419CF7-F938-4A22-8913-7C460DCA9DA6}" destId="{BAE52889-9AA8-4921-ACB4-1CA71C7A8B75}" srcOrd="1" destOrd="0" parTransId="{C206382E-1AA4-4129-A774-DD6C4B3498AF}" sibTransId="{5C9099AD-1E92-41F1-BAC2-1DC9E67E3A79}"/>
    <dgm:cxn modelId="{7ACBB961-0939-4249-BF23-DD0CBA05136A}" type="presOf" srcId="{E1412A85-42B6-4801-8542-3F7144109874}" destId="{5C510006-C8C7-44EC-BCF9-50210E52DEA0}" srcOrd="0" destOrd="0" presId="urn:microsoft.com/office/officeart/2005/8/layout/hProcess11"/>
    <dgm:cxn modelId="{5BB35C53-E0B0-41FA-96AE-C67C2622E18C}" type="presOf" srcId="{58EF1142-F5AF-4B9D-B463-31D48872D225}" destId="{D4497237-E55C-4553-BB5D-541B7964D6D4}" srcOrd="0" destOrd="0" presId="urn:microsoft.com/office/officeart/2005/8/layout/hProcess11"/>
    <dgm:cxn modelId="{F8B1347C-BB37-4FF8-9768-5F569E8585FC}" type="presOf" srcId="{7C419CF7-F938-4A22-8913-7C460DCA9DA6}" destId="{186DEB3E-A6F5-46F8-AB63-64C7D4A932E5}" srcOrd="0" destOrd="0" presId="urn:microsoft.com/office/officeart/2005/8/layout/hProcess11"/>
    <dgm:cxn modelId="{47F9928E-5CF0-4761-A6AA-EF78FB2E6079}" type="presOf" srcId="{0021F757-A690-402F-AF5D-DBCD9FAD08DC}" destId="{4B9F0C04-63B5-45D6-9D3C-51FE6BFDA64E}" srcOrd="0" destOrd="0" presId="urn:microsoft.com/office/officeart/2005/8/layout/hProcess11"/>
    <dgm:cxn modelId="{038CBBB0-6544-4FAC-AC23-8CDB53129E8F}" srcId="{7C419CF7-F938-4A22-8913-7C460DCA9DA6}" destId="{E1412A85-42B6-4801-8542-3F7144109874}" srcOrd="4" destOrd="0" parTransId="{0BF23338-461E-48C8-B336-2CD4ECFFDB10}" sibTransId="{02FED3A4-910F-4066-8814-FA8D4360A25C}"/>
    <dgm:cxn modelId="{38B397BC-31D7-4155-B187-E183E95F80B3}" type="presOf" srcId="{DADA17A2-5904-49C1-91B2-7DAF12AB3798}" destId="{F9232D57-D467-4550-B033-DA133EF37819}" srcOrd="0" destOrd="0" presId="urn:microsoft.com/office/officeart/2005/8/layout/hProcess11"/>
    <dgm:cxn modelId="{FF6999BE-991D-42BF-A3F9-F230126A12A6}" srcId="{7C419CF7-F938-4A22-8913-7C460DCA9DA6}" destId="{0021F757-A690-402F-AF5D-DBCD9FAD08DC}" srcOrd="3" destOrd="0" parTransId="{95EE1516-0195-4C1B-85CF-4481A1279FDD}" sibTransId="{A0DBEEF0-6D41-4CE6-B262-BCAF2031189C}"/>
    <dgm:cxn modelId="{FA7FDCD0-3B2B-4226-8BA1-9A9393EE75BA}" srcId="{7C419CF7-F938-4A22-8913-7C460DCA9DA6}" destId="{58EF1142-F5AF-4B9D-B463-31D48872D225}" srcOrd="2" destOrd="0" parTransId="{808995D4-C789-422B-ABBC-49E685A60372}" sibTransId="{8B145555-A550-49AC-A35E-A3C61247DC5A}"/>
    <dgm:cxn modelId="{5D4F33D2-2E78-4A2C-88D0-CB10B1DE541A}" srcId="{7C419CF7-F938-4A22-8913-7C460DCA9DA6}" destId="{81786544-B182-4D35-A04A-E518EFD59B67}" srcOrd="5" destOrd="0" parTransId="{3F498523-FAE5-4962-8C07-74008ACF9F08}" sibTransId="{0DA44873-C730-4105-A8F4-ED5B0387E988}"/>
    <dgm:cxn modelId="{C0BE0CE1-E178-41ED-9EF9-06923FC9906F}" type="presOf" srcId="{81786544-B182-4D35-A04A-E518EFD59B67}" destId="{9045163C-AD51-4E33-B3F8-F6D91BDFD9FE}" srcOrd="0" destOrd="0" presId="urn:microsoft.com/office/officeart/2005/8/layout/hProcess11"/>
    <dgm:cxn modelId="{7E8096E2-3643-4733-BA22-4ADFA2EF47EF}" type="presOf" srcId="{BAE52889-9AA8-4921-ACB4-1CA71C7A8B75}" destId="{31ED901B-7B58-41ED-820D-93040B42211E}" srcOrd="0" destOrd="0" presId="urn:microsoft.com/office/officeart/2005/8/layout/hProcess11"/>
    <dgm:cxn modelId="{6963EBC2-28B2-43CF-AACB-BA066B8387CF}" type="presParOf" srcId="{186DEB3E-A6F5-46F8-AB63-64C7D4A932E5}" destId="{F84199CF-A4D1-4404-8125-44BB6135B197}" srcOrd="0" destOrd="0" presId="urn:microsoft.com/office/officeart/2005/8/layout/hProcess11"/>
    <dgm:cxn modelId="{2C0E519C-C6DE-410A-9CD8-E31F10D761C4}" type="presParOf" srcId="{186DEB3E-A6F5-46F8-AB63-64C7D4A932E5}" destId="{78E3AD86-E4E8-4A0D-9ED6-757FFEDF87E1}" srcOrd="1" destOrd="0" presId="urn:microsoft.com/office/officeart/2005/8/layout/hProcess11"/>
    <dgm:cxn modelId="{F053C0A7-7C65-400E-853D-D9737085F787}" type="presParOf" srcId="{78E3AD86-E4E8-4A0D-9ED6-757FFEDF87E1}" destId="{A9A7B084-768C-4123-BEBA-9C288884B6CB}" srcOrd="0" destOrd="0" presId="urn:microsoft.com/office/officeart/2005/8/layout/hProcess11"/>
    <dgm:cxn modelId="{B1F6AC22-675B-4CCA-99F4-00237664B3F0}" type="presParOf" srcId="{A9A7B084-768C-4123-BEBA-9C288884B6CB}" destId="{F9232D57-D467-4550-B033-DA133EF37819}" srcOrd="0" destOrd="0" presId="urn:microsoft.com/office/officeart/2005/8/layout/hProcess11"/>
    <dgm:cxn modelId="{CB756DF9-E3A1-4F3B-AF69-51C8B0FF7D38}" type="presParOf" srcId="{A9A7B084-768C-4123-BEBA-9C288884B6CB}" destId="{4A5F4307-571E-4845-B443-4FBF16B7899F}" srcOrd="1" destOrd="0" presId="urn:microsoft.com/office/officeart/2005/8/layout/hProcess11"/>
    <dgm:cxn modelId="{38C92E14-0ED6-4B88-85D3-587EC76F4ACE}" type="presParOf" srcId="{A9A7B084-768C-4123-BEBA-9C288884B6CB}" destId="{F7AEA54E-F82B-4699-AC38-EC1F34C68FD1}" srcOrd="2" destOrd="0" presId="urn:microsoft.com/office/officeart/2005/8/layout/hProcess11"/>
    <dgm:cxn modelId="{651ABFF6-A010-4456-8C91-E6A672E63779}" type="presParOf" srcId="{78E3AD86-E4E8-4A0D-9ED6-757FFEDF87E1}" destId="{3F52417C-8C88-43ED-A21A-A3079D7081AD}" srcOrd="1" destOrd="0" presId="urn:microsoft.com/office/officeart/2005/8/layout/hProcess11"/>
    <dgm:cxn modelId="{8C93C435-F21E-4693-A7D8-336401D94EA5}" type="presParOf" srcId="{78E3AD86-E4E8-4A0D-9ED6-757FFEDF87E1}" destId="{EAC37054-E81E-4229-9F1A-EBB7ECF01654}" srcOrd="2" destOrd="0" presId="urn:microsoft.com/office/officeart/2005/8/layout/hProcess11"/>
    <dgm:cxn modelId="{4588C9C4-5A0B-48FD-A59B-B748429AA0A8}" type="presParOf" srcId="{EAC37054-E81E-4229-9F1A-EBB7ECF01654}" destId="{31ED901B-7B58-41ED-820D-93040B42211E}" srcOrd="0" destOrd="0" presId="urn:microsoft.com/office/officeart/2005/8/layout/hProcess11"/>
    <dgm:cxn modelId="{84504804-356F-47F7-86B7-4152D95B0970}" type="presParOf" srcId="{EAC37054-E81E-4229-9F1A-EBB7ECF01654}" destId="{5314EC77-AF79-440F-865F-AB9662DAE746}" srcOrd="1" destOrd="0" presId="urn:microsoft.com/office/officeart/2005/8/layout/hProcess11"/>
    <dgm:cxn modelId="{6405E07A-395F-4D72-9B34-1A7065836E6D}" type="presParOf" srcId="{EAC37054-E81E-4229-9F1A-EBB7ECF01654}" destId="{511C5663-7F8B-4224-B83C-B6AAADBAA0B1}" srcOrd="2" destOrd="0" presId="urn:microsoft.com/office/officeart/2005/8/layout/hProcess11"/>
    <dgm:cxn modelId="{2B52B6C6-2DAF-454F-BC40-4804E9B16A2D}" type="presParOf" srcId="{78E3AD86-E4E8-4A0D-9ED6-757FFEDF87E1}" destId="{34810F87-7638-48AF-9C12-65C2F9516F34}" srcOrd="3" destOrd="0" presId="urn:microsoft.com/office/officeart/2005/8/layout/hProcess11"/>
    <dgm:cxn modelId="{B4B56739-F8FD-41DD-99A0-C96D8FDC9A04}" type="presParOf" srcId="{78E3AD86-E4E8-4A0D-9ED6-757FFEDF87E1}" destId="{7005EC29-6DF2-45AA-9570-F23C41DCBC6E}" srcOrd="4" destOrd="0" presId="urn:microsoft.com/office/officeart/2005/8/layout/hProcess11"/>
    <dgm:cxn modelId="{F8009039-CBA9-4442-B55F-8D2B72004F2A}" type="presParOf" srcId="{7005EC29-6DF2-45AA-9570-F23C41DCBC6E}" destId="{D4497237-E55C-4553-BB5D-541B7964D6D4}" srcOrd="0" destOrd="0" presId="urn:microsoft.com/office/officeart/2005/8/layout/hProcess11"/>
    <dgm:cxn modelId="{02C14F8D-317E-4AA8-95E9-08F19CC20713}" type="presParOf" srcId="{7005EC29-6DF2-45AA-9570-F23C41DCBC6E}" destId="{1519B4F4-A485-47F0-85BD-3FD2FF5D629B}" srcOrd="1" destOrd="0" presId="urn:microsoft.com/office/officeart/2005/8/layout/hProcess11"/>
    <dgm:cxn modelId="{F808F676-EE73-497C-B62B-593F04E74EE3}" type="presParOf" srcId="{7005EC29-6DF2-45AA-9570-F23C41DCBC6E}" destId="{FDE9C673-12CC-4455-A89B-894EFD3C6E6E}" srcOrd="2" destOrd="0" presId="urn:microsoft.com/office/officeart/2005/8/layout/hProcess11"/>
    <dgm:cxn modelId="{49EEE08A-881A-4DF0-9811-D3B44D39C82F}" type="presParOf" srcId="{78E3AD86-E4E8-4A0D-9ED6-757FFEDF87E1}" destId="{3B0557B7-DC64-4172-AF86-AD15A055537F}" srcOrd="5" destOrd="0" presId="urn:microsoft.com/office/officeart/2005/8/layout/hProcess11"/>
    <dgm:cxn modelId="{A1E394F4-F523-4A0A-9F1F-F1108D5EF922}" type="presParOf" srcId="{78E3AD86-E4E8-4A0D-9ED6-757FFEDF87E1}" destId="{CED39C5E-275B-4B08-9365-601F58DBE71E}" srcOrd="6" destOrd="0" presId="urn:microsoft.com/office/officeart/2005/8/layout/hProcess11"/>
    <dgm:cxn modelId="{F175D873-2781-48EC-BF5B-7AFB9CFDD47E}" type="presParOf" srcId="{CED39C5E-275B-4B08-9365-601F58DBE71E}" destId="{4B9F0C04-63B5-45D6-9D3C-51FE6BFDA64E}" srcOrd="0" destOrd="0" presId="urn:microsoft.com/office/officeart/2005/8/layout/hProcess11"/>
    <dgm:cxn modelId="{9F63ACBB-9C55-4A8D-BDB0-2B3540B05940}" type="presParOf" srcId="{CED39C5E-275B-4B08-9365-601F58DBE71E}" destId="{0A62C264-7453-4D21-96E8-F89A32D5AF8D}" srcOrd="1" destOrd="0" presId="urn:microsoft.com/office/officeart/2005/8/layout/hProcess11"/>
    <dgm:cxn modelId="{35BFA8E0-FAFB-44A2-900A-EFFF412C93F6}" type="presParOf" srcId="{CED39C5E-275B-4B08-9365-601F58DBE71E}" destId="{9C421E7F-C08C-44A2-95E8-1B36E6EAB495}" srcOrd="2" destOrd="0" presId="urn:microsoft.com/office/officeart/2005/8/layout/hProcess11"/>
    <dgm:cxn modelId="{E08A82A6-7298-40BB-AD90-574FB510909A}" type="presParOf" srcId="{78E3AD86-E4E8-4A0D-9ED6-757FFEDF87E1}" destId="{1B3983D3-BD65-46F3-BA6E-E119CAFE7E43}" srcOrd="7" destOrd="0" presId="urn:microsoft.com/office/officeart/2005/8/layout/hProcess11"/>
    <dgm:cxn modelId="{9CF68C14-21AE-4C65-BB8E-A4F6BD4FB3B7}" type="presParOf" srcId="{78E3AD86-E4E8-4A0D-9ED6-757FFEDF87E1}" destId="{54874960-3AAF-4A98-A759-DC32A5A6D6AA}" srcOrd="8" destOrd="0" presId="urn:microsoft.com/office/officeart/2005/8/layout/hProcess11"/>
    <dgm:cxn modelId="{AC19CFB2-594E-46DD-BAC0-9DD99135416B}" type="presParOf" srcId="{54874960-3AAF-4A98-A759-DC32A5A6D6AA}" destId="{5C510006-C8C7-44EC-BCF9-50210E52DEA0}" srcOrd="0" destOrd="0" presId="urn:microsoft.com/office/officeart/2005/8/layout/hProcess11"/>
    <dgm:cxn modelId="{9B50ED47-986E-4115-BDC4-190867196E94}" type="presParOf" srcId="{54874960-3AAF-4A98-A759-DC32A5A6D6AA}" destId="{28AD9A53-112D-4C8E-AA04-11EC7C78F15D}" srcOrd="1" destOrd="0" presId="urn:microsoft.com/office/officeart/2005/8/layout/hProcess11"/>
    <dgm:cxn modelId="{C918345A-BBA9-4D1A-A3B8-7505D4C9BB80}" type="presParOf" srcId="{54874960-3AAF-4A98-A759-DC32A5A6D6AA}" destId="{54A8B8B1-9B04-4CD9-B9E6-9D31EFDBDF81}" srcOrd="2" destOrd="0" presId="urn:microsoft.com/office/officeart/2005/8/layout/hProcess11"/>
    <dgm:cxn modelId="{B4533E0A-8E41-4900-9135-D2475E786577}" type="presParOf" srcId="{78E3AD86-E4E8-4A0D-9ED6-757FFEDF87E1}" destId="{69771AEC-C789-4602-9967-E2AE8535D443}" srcOrd="9" destOrd="0" presId="urn:microsoft.com/office/officeart/2005/8/layout/hProcess11"/>
    <dgm:cxn modelId="{3683E9A4-10AB-4068-96C7-110DFAB85A81}" type="presParOf" srcId="{78E3AD86-E4E8-4A0D-9ED6-757FFEDF87E1}" destId="{1991A25E-B974-4A65-8C0E-36E8BBF025CB}" srcOrd="10" destOrd="0" presId="urn:microsoft.com/office/officeart/2005/8/layout/hProcess11"/>
    <dgm:cxn modelId="{DF71E1CD-A848-43D7-89D3-BAAE7DAB8811}" type="presParOf" srcId="{1991A25E-B974-4A65-8C0E-36E8BBF025CB}" destId="{9045163C-AD51-4E33-B3F8-F6D91BDFD9FE}" srcOrd="0" destOrd="0" presId="urn:microsoft.com/office/officeart/2005/8/layout/hProcess11"/>
    <dgm:cxn modelId="{57879D4E-1781-4C02-BC04-5C960D22A3DD}" type="presParOf" srcId="{1991A25E-B974-4A65-8C0E-36E8BBF025CB}" destId="{12E05401-F202-454C-818A-42CDF627FECE}" srcOrd="1" destOrd="0" presId="urn:microsoft.com/office/officeart/2005/8/layout/hProcess11"/>
    <dgm:cxn modelId="{9A9ADF98-B38E-4CA6-99AB-01BBD1C9C0FF}" type="presParOf" srcId="{1991A25E-B974-4A65-8C0E-36E8BBF025CB}" destId="{9E38507F-D840-42DB-9E6F-ED7D38C58B8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4199CF-A4D1-4404-8125-44BB6135B197}">
      <dsp:nvSpPr>
        <dsp:cNvPr id="0" name=""/>
        <dsp:cNvSpPr/>
      </dsp:nvSpPr>
      <dsp:spPr>
        <a:xfrm>
          <a:off x="0" y="1852747"/>
          <a:ext cx="9457598" cy="2329034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32D57-D467-4550-B033-DA133EF37819}">
      <dsp:nvSpPr>
        <dsp:cNvPr id="0" name=""/>
        <dsp:cNvSpPr/>
      </dsp:nvSpPr>
      <dsp:spPr>
        <a:xfrm>
          <a:off x="2337" y="0"/>
          <a:ext cx="1361146" cy="2329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Inventory</a:t>
          </a:r>
        </a:p>
      </dsp:txBody>
      <dsp:txXfrm>
        <a:off x="2337" y="0"/>
        <a:ext cx="1361146" cy="2329034"/>
      </dsp:txXfrm>
    </dsp:sp>
    <dsp:sp modelId="{4A5F4307-571E-4845-B443-4FBF16B7899F}">
      <dsp:nvSpPr>
        <dsp:cNvPr id="0" name=""/>
        <dsp:cNvSpPr/>
      </dsp:nvSpPr>
      <dsp:spPr>
        <a:xfrm>
          <a:off x="391781" y="2620164"/>
          <a:ext cx="582258" cy="5822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D901B-7B58-41ED-820D-93040B42211E}">
      <dsp:nvSpPr>
        <dsp:cNvPr id="0" name=""/>
        <dsp:cNvSpPr/>
      </dsp:nvSpPr>
      <dsp:spPr>
        <a:xfrm>
          <a:off x="1431541" y="3493552"/>
          <a:ext cx="1361146" cy="2329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Pharmacy</a:t>
          </a:r>
        </a:p>
      </dsp:txBody>
      <dsp:txXfrm>
        <a:off x="1431541" y="3493552"/>
        <a:ext cx="1361146" cy="2329034"/>
      </dsp:txXfrm>
    </dsp:sp>
    <dsp:sp modelId="{5314EC77-AF79-440F-865F-AB9662DAE746}">
      <dsp:nvSpPr>
        <dsp:cNvPr id="0" name=""/>
        <dsp:cNvSpPr/>
      </dsp:nvSpPr>
      <dsp:spPr>
        <a:xfrm>
          <a:off x="1820984" y="2620164"/>
          <a:ext cx="582258" cy="5822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97237-E55C-4553-BB5D-541B7964D6D4}">
      <dsp:nvSpPr>
        <dsp:cNvPr id="0" name=""/>
        <dsp:cNvSpPr/>
      </dsp:nvSpPr>
      <dsp:spPr>
        <a:xfrm>
          <a:off x="2860744" y="0"/>
          <a:ext cx="1361146" cy="2329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IPD</a:t>
          </a:r>
        </a:p>
      </dsp:txBody>
      <dsp:txXfrm>
        <a:off x="2860744" y="0"/>
        <a:ext cx="1361146" cy="2329034"/>
      </dsp:txXfrm>
    </dsp:sp>
    <dsp:sp modelId="{1519B4F4-A485-47F0-85BD-3FD2FF5D629B}">
      <dsp:nvSpPr>
        <dsp:cNvPr id="0" name=""/>
        <dsp:cNvSpPr/>
      </dsp:nvSpPr>
      <dsp:spPr>
        <a:xfrm>
          <a:off x="3250188" y="2620164"/>
          <a:ext cx="582258" cy="5822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9F0C04-63B5-45D6-9D3C-51FE6BFDA64E}">
      <dsp:nvSpPr>
        <dsp:cNvPr id="0" name=""/>
        <dsp:cNvSpPr/>
      </dsp:nvSpPr>
      <dsp:spPr>
        <a:xfrm>
          <a:off x="4289947" y="3493552"/>
          <a:ext cx="1361146" cy="2329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LIS</a:t>
          </a:r>
        </a:p>
      </dsp:txBody>
      <dsp:txXfrm>
        <a:off x="4289947" y="3493552"/>
        <a:ext cx="1361146" cy="2329034"/>
      </dsp:txXfrm>
    </dsp:sp>
    <dsp:sp modelId="{0A62C264-7453-4D21-96E8-F89A32D5AF8D}">
      <dsp:nvSpPr>
        <dsp:cNvPr id="0" name=""/>
        <dsp:cNvSpPr/>
      </dsp:nvSpPr>
      <dsp:spPr>
        <a:xfrm>
          <a:off x="4679391" y="2620164"/>
          <a:ext cx="582258" cy="5822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10006-C8C7-44EC-BCF9-50210E52DEA0}">
      <dsp:nvSpPr>
        <dsp:cNvPr id="0" name=""/>
        <dsp:cNvSpPr/>
      </dsp:nvSpPr>
      <dsp:spPr>
        <a:xfrm>
          <a:off x="5719151" y="0"/>
          <a:ext cx="1361146" cy="2329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b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RIS</a:t>
          </a:r>
        </a:p>
      </dsp:txBody>
      <dsp:txXfrm>
        <a:off x="5719151" y="0"/>
        <a:ext cx="1361146" cy="2329034"/>
      </dsp:txXfrm>
    </dsp:sp>
    <dsp:sp modelId="{28AD9A53-112D-4C8E-AA04-11EC7C78F15D}">
      <dsp:nvSpPr>
        <dsp:cNvPr id="0" name=""/>
        <dsp:cNvSpPr/>
      </dsp:nvSpPr>
      <dsp:spPr>
        <a:xfrm>
          <a:off x="6108594" y="2620164"/>
          <a:ext cx="582258" cy="5822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45163C-AD51-4E33-B3F8-F6D91BDFD9FE}">
      <dsp:nvSpPr>
        <dsp:cNvPr id="0" name=""/>
        <dsp:cNvSpPr/>
      </dsp:nvSpPr>
      <dsp:spPr>
        <a:xfrm>
          <a:off x="7148354" y="3493552"/>
          <a:ext cx="1361146" cy="23290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Emergency</a:t>
          </a:r>
        </a:p>
      </dsp:txBody>
      <dsp:txXfrm>
        <a:off x="7148354" y="3493552"/>
        <a:ext cx="1361146" cy="2329034"/>
      </dsp:txXfrm>
    </dsp:sp>
    <dsp:sp modelId="{12E05401-F202-454C-818A-42CDF627FECE}">
      <dsp:nvSpPr>
        <dsp:cNvPr id="0" name=""/>
        <dsp:cNvSpPr/>
      </dsp:nvSpPr>
      <dsp:spPr>
        <a:xfrm>
          <a:off x="7537798" y="2620164"/>
          <a:ext cx="582258" cy="58225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97698A-4549-46C3-9D04-797E31A50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557164" y="6394061"/>
            <a:ext cx="1084373" cy="304799"/>
          </a:xfrm>
        </p:spPr>
        <p:txBody>
          <a:bodyPr/>
          <a:lstStyle>
            <a:lvl1pPr>
              <a:defRPr sz="800" b="0"/>
            </a:lvl1pPr>
          </a:lstStyle>
          <a:p>
            <a:r>
              <a:rPr lang="en-US" dirty="0"/>
              <a:t>October 31, 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A21EC8-5792-4D2D-9A7F-12447BDFC9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1821" y="426200"/>
            <a:ext cx="639813" cy="6398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059B15-614C-4990-A713-EDE712C86BC9}"/>
              </a:ext>
            </a:extLst>
          </p:cNvPr>
          <p:cNvSpPr txBox="1"/>
          <p:nvPr userDrawn="1"/>
        </p:nvSpPr>
        <p:spPr>
          <a:xfrm>
            <a:off x="532011" y="6391838"/>
            <a:ext cx="36659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accent1"/>
                </a:solidFill>
              </a:rPr>
              <a:t>Miracle Advance Technologies Co. Ltd.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5E2144-4476-4BEE-BE48-C978152422FD}"/>
              </a:ext>
            </a:extLst>
          </p:cNvPr>
          <p:cNvSpPr txBox="1"/>
          <p:nvPr userDrawn="1"/>
        </p:nvSpPr>
        <p:spPr>
          <a:xfrm>
            <a:off x="4388154" y="6391189"/>
            <a:ext cx="108437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427183B-5BA2-41D1-99AB-3F945897850E}" type="slidenum">
              <a:rPr lang="en-US" sz="8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27-Dec-18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tsaponar.blogspot.com/2013/05/my-students-prezi-presentation_8.html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203.83.188.246:8087/#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450122C-05B6-48ED-A184-386B6D22A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7593" y="3915232"/>
            <a:ext cx="5385184" cy="861420"/>
          </a:xfrm>
        </p:spPr>
        <p:txBody>
          <a:bodyPr anchor="ctr"/>
          <a:lstStyle/>
          <a:p>
            <a:r>
              <a:rPr lang="en-US" dirty="0"/>
              <a:t>Miracle Advance Technologies co. ltd.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607B71-7BF3-44EB-8891-C2764CD92040}"/>
              </a:ext>
            </a:extLst>
          </p:cNvPr>
          <p:cNvGrpSpPr/>
          <p:nvPr/>
        </p:nvGrpSpPr>
        <p:grpSpPr>
          <a:xfrm>
            <a:off x="3227593" y="2076265"/>
            <a:ext cx="5220666" cy="1733005"/>
            <a:chOff x="9626001" y="3579222"/>
            <a:chExt cx="2098765" cy="6966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66A72AF-9B09-4381-8C33-BFC6077DC4C9}"/>
                </a:ext>
              </a:extLst>
            </p:cNvPr>
            <p:cNvSpPr/>
            <p:nvPr/>
          </p:nvSpPr>
          <p:spPr>
            <a:xfrm>
              <a:off x="9626001" y="3579222"/>
              <a:ext cx="2098765" cy="69668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close up of a logo&#10;&#10;Description automatically generated">
              <a:extLst>
                <a:ext uri="{FF2B5EF4-FFF2-40B4-BE49-F238E27FC236}">
                  <a16:creationId xmlns:a16="http://schemas.microsoft.com/office/drawing/2014/main" id="{9447EA32-EA07-4F24-98BA-266F88159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68147" y="3579222"/>
              <a:ext cx="1959431" cy="627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714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CB50E-BD48-462C-89BC-ECDD1CE4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9259E4-3154-4461-861E-52B8EC3D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9420280" cy="3416300"/>
          </a:xfrm>
        </p:spPr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sz="2400" dirty="0"/>
              <a:t>PetMatrix is a Cloud-based Veterinary Practice Management System. Start right away with PetMatrix for:</a:t>
            </a:r>
          </a:p>
          <a:p>
            <a:pPr fontAlgn="base"/>
            <a:r>
              <a:rPr lang="en-US" sz="2400" dirty="0"/>
              <a:t>Increased Efficiency in Work Flow </a:t>
            </a:r>
          </a:p>
          <a:p>
            <a:pPr fontAlgn="base"/>
            <a:r>
              <a:rPr lang="en-US" sz="2400" dirty="0"/>
              <a:t>Complete Client and Patient Management</a:t>
            </a:r>
          </a:p>
          <a:p>
            <a:pPr fontAlgn="base"/>
            <a:r>
              <a:rPr lang="en-US" sz="2400" dirty="0"/>
              <a:t>Effective Treatment and Care lifecycle for Pets, Including Vaccination</a:t>
            </a:r>
          </a:p>
          <a:p>
            <a:pPr fontAlgn="base"/>
            <a:r>
              <a:rPr lang="en-US" sz="2400" dirty="0"/>
              <a:t>Zero Hardware Investment</a:t>
            </a:r>
          </a:p>
          <a:p>
            <a:pPr fontAlgn="base"/>
            <a:r>
              <a:rPr lang="en-US" sz="2400" dirty="0"/>
              <a:t>Outstanding Insights and Analytics about the Business</a:t>
            </a:r>
          </a:p>
          <a:p>
            <a:pPr marL="0" indent="0" fontAlgn="base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44AA11-A02C-4DC0-8BC7-B3146A2E32C7}"/>
              </a:ext>
            </a:extLst>
          </p:cNvPr>
          <p:cNvGrpSpPr/>
          <p:nvPr/>
        </p:nvGrpSpPr>
        <p:grpSpPr>
          <a:xfrm>
            <a:off x="4374733" y="1097035"/>
            <a:ext cx="2098765" cy="696687"/>
            <a:chOff x="9626001" y="3579222"/>
            <a:chExt cx="2098765" cy="696687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AA36BD5-CD57-425A-8244-754BD1B93732}"/>
                </a:ext>
              </a:extLst>
            </p:cNvPr>
            <p:cNvSpPr/>
            <p:nvPr/>
          </p:nvSpPr>
          <p:spPr>
            <a:xfrm>
              <a:off x="9626001" y="3579222"/>
              <a:ext cx="2098765" cy="696687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 descr="A close up of a logo&#10;&#10;Description automatically generated">
              <a:extLst>
                <a:ext uri="{FF2B5EF4-FFF2-40B4-BE49-F238E27FC236}">
                  <a16:creationId xmlns:a16="http://schemas.microsoft.com/office/drawing/2014/main" id="{B5B80C25-6141-4C19-AE62-B346118EB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68147" y="3579222"/>
              <a:ext cx="1959431" cy="6270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309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9A824-5D92-4504-9329-E2E37B9BD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61413" cy="706964"/>
          </a:xfrm>
        </p:spPr>
        <p:txBody>
          <a:bodyPr/>
          <a:lstStyle/>
          <a:p>
            <a:r>
              <a:rPr lang="en-US" dirty="0"/>
              <a:t>Technology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DC390-CE0E-41B5-B364-867918CB1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500"/>
            <a:ext cx="8761412" cy="341630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Built with the Latest Cutting-Edge Web Technology</a:t>
            </a:r>
          </a:p>
          <a:p>
            <a:pPr lvl="1"/>
            <a:r>
              <a:rPr lang="en-US"/>
              <a:t>Angular 6 </a:t>
            </a:r>
          </a:p>
          <a:p>
            <a:pPr lvl="1"/>
            <a:r>
              <a:rPr lang="en-US"/>
              <a:t>Prime NG</a:t>
            </a:r>
          </a:p>
          <a:p>
            <a:pPr lvl="1"/>
            <a:r>
              <a:rPr lang="en-US"/>
              <a:t>ASP. Net Core </a:t>
            </a:r>
          </a:p>
          <a:p>
            <a:pPr lvl="1"/>
            <a:r>
              <a:rPr lang="en-US"/>
              <a:t>C# </a:t>
            </a:r>
          </a:p>
          <a:p>
            <a:pPr lvl="1"/>
            <a:r>
              <a:rPr lang="en-US"/>
              <a:t>Web API Core 2.0</a:t>
            </a:r>
          </a:p>
          <a:p>
            <a:pPr lvl="1"/>
            <a:r>
              <a:rPr lang="en-US"/>
              <a:t>Entity Framework Core</a:t>
            </a:r>
            <a:endParaRPr lang="en-US" dirty="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C99F9557-AC5B-4B48-897E-9FD329E89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174755" y="2603500"/>
            <a:ext cx="4496213" cy="292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15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A52FB-BCF9-4819-B617-EB0D01EB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Licensing Model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A7B7EA3-79CE-45E5-9A3C-708F2C0D4D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146113"/>
              </p:ext>
            </p:extLst>
          </p:nvPr>
        </p:nvGraphicFramePr>
        <p:xfrm>
          <a:off x="1155700" y="2603499"/>
          <a:ext cx="10269945" cy="313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3315">
                  <a:extLst>
                    <a:ext uri="{9D8B030D-6E8A-4147-A177-3AD203B41FA5}">
                      <a16:colId xmlns:a16="http://schemas.microsoft.com/office/drawing/2014/main" val="3598686800"/>
                    </a:ext>
                  </a:extLst>
                </a:gridCol>
                <a:gridCol w="3423315">
                  <a:extLst>
                    <a:ext uri="{9D8B030D-6E8A-4147-A177-3AD203B41FA5}">
                      <a16:colId xmlns:a16="http://schemas.microsoft.com/office/drawing/2014/main" val="3438433569"/>
                    </a:ext>
                  </a:extLst>
                </a:gridCol>
                <a:gridCol w="3423315">
                  <a:extLst>
                    <a:ext uri="{9D8B030D-6E8A-4147-A177-3AD203B41FA5}">
                      <a16:colId xmlns:a16="http://schemas.microsoft.com/office/drawing/2014/main" val="492809544"/>
                    </a:ext>
                  </a:extLst>
                </a:gridCol>
              </a:tblGrid>
              <a:tr h="522575">
                <a:tc>
                  <a:txBody>
                    <a:bodyPr/>
                    <a:lstStyle/>
                    <a:p>
                      <a:r>
                        <a:rPr lang="en-US" sz="2000" b="1" dirty="0"/>
                        <a:t>Community Edition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Professional Edition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Enterprise Edition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189349"/>
                  </a:ext>
                </a:extLst>
              </a:tr>
              <a:tr h="522575"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Cloud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Cloud 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Cloud or On-Premise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379043"/>
                  </a:ext>
                </a:extLst>
              </a:tr>
              <a:tr h="522575"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1000 Transaction/M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1K- 1M Transaction/M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Unlimited Transaction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945105"/>
                  </a:ext>
                </a:extLst>
              </a:tr>
              <a:tr h="522575"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3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dirty="0"/>
                        <a:t>100 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Unlimited User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572318"/>
                  </a:ext>
                </a:extLst>
              </a:tr>
              <a:tr h="52257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Branding or White Label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13114"/>
                  </a:ext>
                </a:extLst>
              </a:tr>
              <a:tr h="52257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Pay per Transaction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PPT / White Label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98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02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03F07-D9D8-4149-BA4E-8E53F1C4C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Available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ADB51D-8DC5-4064-BEBF-643C21FCC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3" y="2603500"/>
            <a:ext cx="8761412" cy="3416300"/>
          </a:xfrm>
        </p:spPr>
        <p:txBody>
          <a:bodyPr/>
          <a:lstStyle/>
          <a:p>
            <a:r>
              <a:rPr lang="en-US" dirty="0"/>
              <a:t>Registration (Client and Patient)</a:t>
            </a:r>
          </a:p>
          <a:p>
            <a:r>
              <a:rPr lang="en-US" dirty="0"/>
              <a:t>Patient Arrival</a:t>
            </a:r>
          </a:p>
          <a:p>
            <a:r>
              <a:rPr lang="en-US" dirty="0"/>
              <a:t>Worklist</a:t>
            </a:r>
          </a:p>
          <a:p>
            <a:r>
              <a:rPr lang="en-US" dirty="0"/>
              <a:t>Consultation</a:t>
            </a:r>
          </a:p>
          <a:p>
            <a:r>
              <a:rPr lang="en-US" dirty="0"/>
              <a:t>Advance Payment</a:t>
            </a:r>
          </a:p>
          <a:p>
            <a:r>
              <a:rPr lang="en-US" dirty="0"/>
              <a:t>Invoice</a:t>
            </a:r>
          </a:p>
          <a:p>
            <a:r>
              <a:rPr lang="en-US" dirty="0"/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191016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8EC1-ED26-4FE6-93D7-5CCC0532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 2019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BC0B9DD-9957-4547-A52A-AF7083751D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5105208"/>
              </p:ext>
            </p:extLst>
          </p:nvPr>
        </p:nvGraphicFramePr>
        <p:xfrm>
          <a:off x="1471659" y="1327150"/>
          <a:ext cx="9457598" cy="5822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A9715B1-FDEA-4256-B3BA-FD84485CE5C9}"/>
              </a:ext>
            </a:extLst>
          </p:cNvPr>
          <p:cNvSpPr txBox="1"/>
          <p:nvPr/>
        </p:nvSpPr>
        <p:spPr>
          <a:xfrm>
            <a:off x="1933302" y="4099943"/>
            <a:ext cx="557349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200" dirty="0"/>
              <a:t>Jan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806F0-489D-42E8-8880-6D16160E7E02}"/>
              </a:ext>
            </a:extLst>
          </p:cNvPr>
          <p:cNvSpPr txBox="1"/>
          <p:nvPr/>
        </p:nvSpPr>
        <p:spPr>
          <a:xfrm>
            <a:off x="3361508" y="4099943"/>
            <a:ext cx="557349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200" dirty="0"/>
              <a:t>Feb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D5083-A482-40A0-B50F-A3C07825D284}"/>
              </a:ext>
            </a:extLst>
          </p:cNvPr>
          <p:cNvSpPr txBox="1"/>
          <p:nvPr/>
        </p:nvSpPr>
        <p:spPr>
          <a:xfrm>
            <a:off x="4789714" y="4089440"/>
            <a:ext cx="557349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200" dirty="0"/>
              <a:t>Feb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BE71E8-7FD6-4ED3-A5F3-F327E6E03BD4}"/>
              </a:ext>
            </a:extLst>
          </p:cNvPr>
          <p:cNvSpPr txBox="1"/>
          <p:nvPr/>
        </p:nvSpPr>
        <p:spPr>
          <a:xfrm>
            <a:off x="6200458" y="4085851"/>
            <a:ext cx="557349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200" dirty="0"/>
              <a:t>Mar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9B7917-635F-4CF5-8310-93D07DAD4696}"/>
              </a:ext>
            </a:extLst>
          </p:cNvPr>
          <p:cNvSpPr txBox="1"/>
          <p:nvPr/>
        </p:nvSpPr>
        <p:spPr>
          <a:xfrm>
            <a:off x="7611202" y="4101474"/>
            <a:ext cx="557349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200" dirty="0"/>
              <a:t>Mar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C8230-2AD6-4140-91AE-C5E4EA28C68D}"/>
              </a:ext>
            </a:extLst>
          </p:cNvPr>
          <p:cNvSpPr txBox="1"/>
          <p:nvPr/>
        </p:nvSpPr>
        <p:spPr>
          <a:xfrm>
            <a:off x="9039408" y="4084057"/>
            <a:ext cx="557349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200" dirty="0"/>
              <a:t>Mar</a:t>
            </a:r>
          </a:p>
        </p:txBody>
      </p:sp>
    </p:spTree>
    <p:extLst>
      <p:ext uri="{BB962C8B-B14F-4D97-AF65-F5344CB8AC3E}">
        <p14:creationId xmlns:p14="http://schemas.microsoft.com/office/powerpoint/2010/main" val="3325029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BB0EA-171B-461F-A7C2-E44F76F2C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A19D9-CD89-4219-A978-EBA618A2B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link of PetMatrix App</a:t>
            </a:r>
          </a:p>
          <a:p>
            <a:r>
              <a:rPr lang="en-US" dirty="0">
                <a:hlinkClick r:id="rId2"/>
              </a:rPr>
              <a:t>http://203.83.188.246:8087/#/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35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FA114-CFC4-49D0-AA2A-0056B588C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A729-A307-427C-B278-32C632530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513045" cy="34163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884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D7697-C759-4A19-9472-A7792AF61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73F8-F2CA-4574-B211-648B4FE34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195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</TotalTime>
  <Words>172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PowerPoint Presentation</vt:lpstr>
      <vt:lpstr>Introduction</vt:lpstr>
      <vt:lpstr>Technology</vt:lpstr>
      <vt:lpstr>Licensing Model</vt:lpstr>
      <vt:lpstr>Current Available Features</vt:lpstr>
      <vt:lpstr>Roadmap 2019</vt:lpstr>
      <vt:lpstr>Demo</vt:lpstr>
      <vt:lpstr>Q &amp; A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Order on Demand App</dc:title>
  <dc:creator>Mostafa Chowdhury</dc:creator>
  <cp:lastModifiedBy>Mostafa Chowdhury</cp:lastModifiedBy>
  <cp:revision>42</cp:revision>
  <dcterms:created xsi:type="dcterms:W3CDTF">2018-10-31T06:18:45Z</dcterms:created>
  <dcterms:modified xsi:type="dcterms:W3CDTF">2018-12-27T10:41:25Z</dcterms:modified>
</cp:coreProperties>
</file>