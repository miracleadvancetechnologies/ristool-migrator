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5" r:id="rId6"/>
    <p:sldId id="264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26-Dec-18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97698A-4549-46C3-9D04-797E31A501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1821" y="426200"/>
            <a:ext cx="639813" cy="6398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557164" y="6394061"/>
            <a:ext cx="1084373" cy="304799"/>
          </a:xfrm>
        </p:spPr>
        <p:txBody>
          <a:bodyPr/>
          <a:lstStyle>
            <a:lvl1pPr>
              <a:defRPr sz="800" b="0"/>
            </a:lvl1pPr>
          </a:lstStyle>
          <a:p>
            <a:r>
              <a:rPr lang="en-US" dirty="0"/>
              <a:t>October 31, 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A21EC8-5792-4D2D-9A7F-12447BDFC9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1821" y="426200"/>
            <a:ext cx="639813" cy="6398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059B15-614C-4990-A713-EDE712C86BC9}"/>
              </a:ext>
            </a:extLst>
          </p:cNvPr>
          <p:cNvSpPr txBox="1"/>
          <p:nvPr userDrawn="1"/>
        </p:nvSpPr>
        <p:spPr>
          <a:xfrm>
            <a:off x="532011" y="6391838"/>
            <a:ext cx="36659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accent1"/>
                </a:solidFill>
              </a:rPr>
              <a:t>Miracle Advance Technologies Co. Ltd.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E2144-4476-4BEE-BE48-C978152422FD}"/>
              </a:ext>
            </a:extLst>
          </p:cNvPr>
          <p:cNvSpPr txBox="1"/>
          <p:nvPr userDrawn="1"/>
        </p:nvSpPr>
        <p:spPr>
          <a:xfrm>
            <a:off x="4388154" y="6391189"/>
            <a:ext cx="10843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427183B-5BA2-41D1-99AB-3F945897850E}" type="slidenum">
              <a:rPr lang="en-US" sz="8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26-Dec-18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1AE7-E17F-42BD-B4C7-62F60FD641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Envision Data on Demand (DoD)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0122C-05B6-48ED-A184-386B6D22AE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Miracle Advance Technologies co. ltd. </a:t>
            </a:r>
          </a:p>
        </p:txBody>
      </p:sp>
    </p:spTree>
    <p:extLst>
      <p:ext uri="{BB962C8B-B14F-4D97-AF65-F5344CB8AC3E}">
        <p14:creationId xmlns:p14="http://schemas.microsoft.com/office/powerpoint/2010/main" val="16714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CB50E-BD48-462C-89BC-ECDD1CE48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259E4-3154-4461-861E-52B8EC3D7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99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3F07-D9D8-4149-BA4E-8E53F1C4C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ADB51D-8DC5-4064-BEBF-643C21FCC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6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A824-5D92-4504-9329-E2E37B9B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Screens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DC390-CE0E-41B5-B364-867918CB1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15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A824-5D92-4504-9329-E2E37B9B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Screens (Settings)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343A1-6DA2-4B01-9F39-5A7952D85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0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2C41-88CF-4BED-AE35-C6883BB46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37E2BA-94E3-4150-900F-D4E44FD2B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03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B0EA-171B-461F-A7C2-E44F76F2C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A19D9-CD89-4219-A978-EBA618A2B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354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27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Envision Data on Demand (DoD) App</vt:lpstr>
      <vt:lpstr>Introduction</vt:lpstr>
      <vt:lpstr>Requirements</vt:lpstr>
      <vt:lpstr>App Screens</vt:lpstr>
      <vt:lpstr>App Screens (Settings)</vt:lpstr>
      <vt:lpstr>Timeline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on Demand App</dc:title>
  <dc:creator>Mostafa Chowdhury</dc:creator>
  <cp:lastModifiedBy>Mostafa Chowdhury</cp:lastModifiedBy>
  <cp:revision>18</cp:revision>
  <dcterms:created xsi:type="dcterms:W3CDTF">2018-10-31T06:18:45Z</dcterms:created>
  <dcterms:modified xsi:type="dcterms:W3CDTF">2018-12-26T12:12:28Z</dcterms:modified>
</cp:coreProperties>
</file>