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5" r:id="rId6"/>
    <p:sldId id="264" r:id="rId7"/>
    <p:sldId id="266" r:id="rId8"/>
    <p:sldId id="267" r:id="rId9"/>
    <p:sldId id="268" r:id="rId10"/>
    <p:sldId id="273" r:id="rId11"/>
    <p:sldId id="274" r:id="rId12"/>
    <p:sldId id="269" r:id="rId13"/>
    <p:sldId id="270" r:id="rId14"/>
    <p:sldId id="272" r:id="rId15"/>
    <p:sldId id="263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97698A-4549-46C3-9D04-797E31A50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57164" y="6394061"/>
            <a:ext cx="1084373" cy="304799"/>
          </a:xfrm>
        </p:spPr>
        <p:txBody>
          <a:bodyPr/>
          <a:lstStyle>
            <a:lvl1pPr>
              <a:defRPr sz="800" b="0"/>
            </a:lvl1pPr>
          </a:lstStyle>
          <a:p>
            <a:r>
              <a:rPr lang="en-US" dirty="0"/>
              <a:t>October 31,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21EC8-5792-4D2D-9A7F-12447BDFC9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059B15-614C-4990-A713-EDE712C86BC9}"/>
              </a:ext>
            </a:extLst>
          </p:cNvPr>
          <p:cNvSpPr txBox="1"/>
          <p:nvPr userDrawn="1"/>
        </p:nvSpPr>
        <p:spPr>
          <a:xfrm>
            <a:off x="532011" y="6391838"/>
            <a:ext cx="36659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accent1"/>
                </a:solidFill>
              </a:rPr>
              <a:t>Miracle Advance Technologies Co. Ltd.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E2144-4476-4BEE-BE48-C978152422FD}"/>
              </a:ext>
            </a:extLst>
          </p:cNvPr>
          <p:cNvSpPr txBox="1"/>
          <p:nvPr userDrawn="1"/>
        </p:nvSpPr>
        <p:spPr>
          <a:xfrm>
            <a:off x="4388154" y="6391189"/>
            <a:ext cx="1084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427183B-5BA2-41D1-99AB-3F945897850E}" type="slidenum">
              <a:rPr lang="en-US" sz="8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203.83.188.246:8087/#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1AE7-E17F-42BD-B4C7-62F60FD64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Envision Hybrid Demonstration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0122C-05B6-48ED-A184-386B6D22A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Miracle Advance Technologies co. ltd. </a:t>
            </a:r>
          </a:p>
        </p:txBody>
      </p:sp>
    </p:spTree>
    <p:extLst>
      <p:ext uri="{BB962C8B-B14F-4D97-AF65-F5344CB8AC3E}">
        <p14:creationId xmlns:p14="http://schemas.microsoft.com/office/powerpoint/2010/main" val="16714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B50E-BD48-462C-89BC-ECDD1CE4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259E4-3154-4461-861E-52B8EC3D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9420280" cy="34163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9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3F07-D9D8-4149-BA4E-8E53F1C4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ADB51D-8DC5-4064-BEBF-643C21FC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Site Registration</a:t>
            </a:r>
          </a:p>
          <a:p>
            <a:r>
              <a:rPr lang="en-US" dirty="0"/>
              <a:t>Approve Site and user</a:t>
            </a:r>
          </a:p>
          <a:p>
            <a:r>
              <a:rPr lang="en-US" dirty="0"/>
              <a:t>User login</a:t>
            </a:r>
          </a:p>
          <a:p>
            <a:r>
              <a:rPr lang="en-US" dirty="0"/>
              <a:t>Study Worklist</a:t>
            </a:r>
          </a:p>
          <a:p>
            <a:r>
              <a:rPr lang="en-US" dirty="0"/>
              <a:t>Open PACS image from Cloud</a:t>
            </a:r>
          </a:p>
          <a:p>
            <a:r>
              <a:rPr lang="en-US" dirty="0"/>
              <a:t>Resend request</a:t>
            </a:r>
          </a:p>
          <a:p>
            <a:r>
              <a:rPr lang="en-US" dirty="0"/>
              <a:t>Relay</a:t>
            </a:r>
          </a:p>
          <a:p>
            <a:r>
              <a:rPr lang="en-US" dirty="0"/>
              <a:t>Router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6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A824-5D92-4504-9329-E2E37B9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DC390-CE0E-41B5-B364-867918CB1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Angular 8 and </a:t>
            </a:r>
            <a:r>
              <a:rPr lang="en-US" dirty="0" err="1"/>
              <a:t>primeng</a:t>
            </a:r>
            <a:r>
              <a:rPr lang="en-US" dirty="0"/>
              <a:t> controls are used for client side application</a:t>
            </a:r>
          </a:p>
          <a:p>
            <a:r>
              <a:rPr lang="en-US" dirty="0" err="1"/>
              <a:t>Asp.Net</a:t>
            </a:r>
            <a:r>
              <a:rPr lang="en-US" dirty="0"/>
              <a:t> Core, C#, Web </a:t>
            </a:r>
            <a:r>
              <a:rPr lang="en-US" dirty="0" err="1"/>
              <a:t>Api</a:t>
            </a:r>
            <a:r>
              <a:rPr lang="en-US" dirty="0"/>
              <a:t> core 3.0 and Entity Framework Core are used for server side</a:t>
            </a:r>
          </a:p>
          <a:p>
            <a:r>
              <a:rPr lang="en-US" dirty="0"/>
              <a:t>SQL Server 2017 for Database</a:t>
            </a:r>
          </a:p>
          <a:p>
            <a:r>
              <a:rPr lang="en-US" dirty="0"/>
              <a:t>SQL Server Reporting Service is used for Reports</a:t>
            </a:r>
          </a:p>
        </p:txBody>
      </p:sp>
    </p:spTree>
    <p:extLst>
      <p:ext uri="{BB962C8B-B14F-4D97-AF65-F5344CB8AC3E}">
        <p14:creationId xmlns:p14="http://schemas.microsoft.com/office/powerpoint/2010/main" val="2574315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A824-5D92-4504-9329-E2E37B9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343A1-6DA2-4B01-9F39-5A7952D8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796038"/>
          </a:xfrm>
        </p:spPr>
        <p:txBody>
          <a:bodyPr/>
          <a:lstStyle/>
          <a:p>
            <a:r>
              <a:rPr lang="en-US" dirty="0"/>
              <a:t>Site Registration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6259C-72B9-4DF3-A190-B12654DF4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0" y="3008243"/>
            <a:ext cx="7659756" cy="324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0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2C41-88CF-4BED-AE35-C6883BB4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37E2BA-94E3-4150-900F-D4E44FD2B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9602070" cy="3698398"/>
          </a:xfrm>
        </p:spPr>
        <p:txBody>
          <a:bodyPr/>
          <a:lstStyle/>
          <a:p>
            <a:r>
              <a:rPr lang="en-US" dirty="0"/>
              <a:t>Site and User Approval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68BF2-AD29-47A1-8C9A-0E7377C14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138606"/>
            <a:ext cx="6849360" cy="316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0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C501-739A-4F27-A2F4-57B2871A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F98C4-842C-427B-B29C-F6F9E8F2C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611770"/>
          </a:xfrm>
        </p:spPr>
        <p:txBody>
          <a:bodyPr/>
          <a:lstStyle/>
          <a:p>
            <a:r>
              <a:rPr lang="en-US" dirty="0"/>
              <a:t>User Login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567F7-59EE-419C-81E6-2E1D268D9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3029833"/>
            <a:ext cx="6875447" cy="318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6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73D7-D0CB-45C9-8924-821587F6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7944F-BC87-44F9-B5CA-557EB5758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704536"/>
          </a:xfrm>
        </p:spPr>
        <p:txBody>
          <a:bodyPr/>
          <a:lstStyle/>
          <a:p>
            <a:r>
              <a:rPr lang="en-US" dirty="0"/>
              <a:t>Study Worklist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34DE1-8DF2-4508-B998-7A304B97B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61" y="3096095"/>
            <a:ext cx="6932653" cy="321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6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6583-DFA9-466E-95F9-99CCA048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F97C-BC32-4CBD-82D0-C9410AB05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761412" cy="3615151"/>
          </a:xfrm>
        </p:spPr>
        <p:txBody>
          <a:bodyPr/>
          <a:lstStyle/>
          <a:p>
            <a:r>
              <a:rPr lang="en-US" dirty="0"/>
              <a:t>User Profile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FF6C10-60A3-412B-9E2F-9916CD3F2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2" y="3171808"/>
            <a:ext cx="6618014" cy="30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6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8516-8071-4E2B-B5ED-752ADF2C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4009-B0AA-4EAD-8783-91A9B6BB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585264"/>
          </a:xfrm>
        </p:spPr>
        <p:txBody>
          <a:bodyPr/>
          <a:lstStyle/>
          <a:p>
            <a:r>
              <a:rPr lang="en-US" dirty="0"/>
              <a:t>Settings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6E1855-83A1-4B09-A898-C7BF8DA3B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3" y="2996994"/>
            <a:ext cx="6889116" cy="319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8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CF2B-F97A-4059-ACD0-051D357F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199E-6D5A-4EB5-887D-3DD34A165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761412" cy="3718659"/>
          </a:xfrm>
        </p:spPr>
        <p:txBody>
          <a:bodyPr/>
          <a:lstStyle/>
          <a:p>
            <a:r>
              <a:rPr lang="en-US" dirty="0"/>
              <a:t>Advance Payment Money Receipt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4F8AE-1B83-4D23-8FCE-00C788C5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31" y="3014247"/>
            <a:ext cx="6533322" cy="330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F42D-079F-451E-A5FF-6786BAB5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091EF-982A-4FD6-B7B1-065B72992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761412" cy="3731039"/>
          </a:xfrm>
        </p:spPr>
        <p:txBody>
          <a:bodyPr/>
          <a:lstStyle/>
          <a:p>
            <a:r>
              <a:rPr lang="en-US" dirty="0"/>
              <a:t>Invoice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F7D27-EBC8-452F-92A5-9129DBE8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3" y="3045954"/>
            <a:ext cx="6255026" cy="316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90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82E4-7A89-4F08-844D-5F75B1F8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2A054-93B0-4F3F-B020-49655085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770796"/>
          </a:xfrm>
        </p:spPr>
        <p:txBody>
          <a:bodyPr/>
          <a:lstStyle/>
          <a:p>
            <a:r>
              <a:rPr lang="en-US" dirty="0"/>
              <a:t>Invoice Report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669E7-5D54-47C9-95C2-A3FDAC185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17" y="3004170"/>
            <a:ext cx="6446808" cy="326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03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8EC1-ED26-4FE6-93D7-5CCC0532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F14A-ECB9-490A-8BE9-5777D4A8C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Inventory</a:t>
            </a:r>
          </a:p>
          <a:p>
            <a:r>
              <a:rPr lang="en-US" dirty="0"/>
              <a:t>IPD</a:t>
            </a:r>
          </a:p>
          <a:p>
            <a:r>
              <a:rPr lang="en-US" dirty="0"/>
              <a:t>LIS</a:t>
            </a:r>
          </a:p>
          <a:p>
            <a:r>
              <a:rPr lang="en-US" dirty="0"/>
              <a:t>RIS</a:t>
            </a:r>
          </a:p>
          <a:p>
            <a:r>
              <a:rPr lang="en-US" dirty="0"/>
              <a:t>OT</a:t>
            </a:r>
          </a:p>
          <a:p>
            <a:r>
              <a:rPr lang="en-US" dirty="0"/>
              <a:t>Emergency</a:t>
            </a:r>
          </a:p>
        </p:txBody>
      </p:sp>
    </p:spTree>
    <p:extLst>
      <p:ext uri="{BB962C8B-B14F-4D97-AF65-F5344CB8AC3E}">
        <p14:creationId xmlns:p14="http://schemas.microsoft.com/office/powerpoint/2010/main" val="3325029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B0EA-171B-461F-A7C2-E44F76F2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19D9-CD89-4219-A978-EBA618A2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link of </a:t>
            </a:r>
            <a:r>
              <a:rPr lang="en-US" dirty="0" err="1"/>
              <a:t>Petmatrix</a:t>
            </a:r>
            <a:r>
              <a:rPr lang="en-US" dirty="0"/>
              <a:t> application</a:t>
            </a:r>
          </a:p>
          <a:p>
            <a:r>
              <a:rPr lang="en-US" dirty="0">
                <a:hlinkClick r:id="rId2"/>
              </a:rPr>
              <a:t>http://203.83.188.246:8087/#/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35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A114-CFC4-49D0-AA2A-0056B588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A729-A307-427C-B278-32C632530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513045" cy="3416300"/>
          </a:xfrm>
        </p:spPr>
        <p:txBody>
          <a:bodyPr/>
          <a:lstStyle/>
          <a:p>
            <a:r>
              <a:rPr lang="en-US" dirty="0"/>
              <a:t>Thank you everyone for your time.</a:t>
            </a:r>
          </a:p>
        </p:txBody>
      </p:sp>
    </p:spTree>
    <p:extLst>
      <p:ext uri="{BB962C8B-B14F-4D97-AF65-F5344CB8AC3E}">
        <p14:creationId xmlns:p14="http://schemas.microsoft.com/office/powerpoint/2010/main" val="3712884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131</Words>
  <Application>Microsoft Office PowerPoint</Application>
  <PresentationFormat>Widescreen</PresentationFormat>
  <Paragraphs>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Envision Hybrid Demonstration</vt:lpstr>
      <vt:lpstr>Introduction</vt:lpstr>
      <vt:lpstr>Features</vt:lpstr>
      <vt:lpstr>Technology</vt:lpstr>
      <vt:lpstr>Present</vt:lpstr>
      <vt:lpstr>Present</vt:lpstr>
      <vt:lpstr>Present</vt:lpstr>
      <vt:lpstr>Present</vt:lpstr>
      <vt:lpstr>Present</vt:lpstr>
      <vt:lpstr>Present</vt:lpstr>
      <vt:lpstr>Present</vt:lpstr>
      <vt:lpstr>Present</vt:lpstr>
      <vt:lpstr>Present</vt:lpstr>
      <vt:lpstr>Roadmap</vt:lpstr>
      <vt:lpstr>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on Demand App</dc:title>
  <dc:creator>Mostafa Chowdhury</dc:creator>
  <cp:lastModifiedBy>Md. Emdadul Haque</cp:lastModifiedBy>
  <cp:revision>30</cp:revision>
  <dcterms:created xsi:type="dcterms:W3CDTF">2018-10-31T06:18:45Z</dcterms:created>
  <dcterms:modified xsi:type="dcterms:W3CDTF">2020-01-16T11:59:38Z</dcterms:modified>
</cp:coreProperties>
</file>